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  <p:sldMasterId id="2147483681" r:id="rId2"/>
  </p:sldMasterIdLst>
  <p:notesMasterIdLst>
    <p:notesMasterId r:id="rId27"/>
  </p:notesMasterIdLst>
  <p:handoutMasterIdLst>
    <p:handoutMasterId r:id="rId28"/>
  </p:handoutMasterIdLst>
  <p:sldIdLst>
    <p:sldId id="256" r:id="rId3"/>
    <p:sldId id="258" r:id="rId4"/>
    <p:sldId id="261" r:id="rId5"/>
    <p:sldId id="260" r:id="rId6"/>
    <p:sldId id="322" r:id="rId7"/>
    <p:sldId id="297" r:id="rId8"/>
    <p:sldId id="282" r:id="rId9"/>
    <p:sldId id="298" r:id="rId10"/>
    <p:sldId id="305" r:id="rId11"/>
    <p:sldId id="323" r:id="rId12"/>
    <p:sldId id="307" r:id="rId13"/>
    <p:sldId id="308" r:id="rId14"/>
    <p:sldId id="310" r:id="rId15"/>
    <p:sldId id="312" r:id="rId16"/>
    <p:sldId id="314" r:id="rId17"/>
    <p:sldId id="315" r:id="rId18"/>
    <p:sldId id="303" r:id="rId19"/>
    <p:sldId id="316" r:id="rId20"/>
    <p:sldId id="304" r:id="rId21"/>
    <p:sldId id="327" r:id="rId22"/>
    <p:sldId id="328" r:id="rId23"/>
    <p:sldId id="326" r:id="rId24"/>
    <p:sldId id="325" r:id="rId25"/>
    <p:sldId id="321" r:id="rId26"/>
  </p:sldIdLst>
  <p:sldSz cx="9144000" cy="5143500" type="screen16x9"/>
  <p:notesSz cx="6858000" cy="9144000"/>
  <p:embeddedFontLst>
    <p:embeddedFont>
      <p:font typeface="Archivo" panose="020B0604020202020204" charset="0"/>
      <p:regular r:id="rId29"/>
      <p:bold r:id="rId30"/>
      <p:italic r:id="rId31"/>
      <p:boldItalic r:id="rId32"/>
    </p:embeddedFont>
    <p:embeddedFont>
      <p:font typeface="Archivo ExtraBold" panose="020B0604020202020204" charset="0"/>
      <p:bold r:id="rId33"/>
      <p:boldItalic r:id="rId34"/>
    </p:embeddedFont>
    <p:embeddedFont>
      <p:font typeface="Archivo SemiBold" panose="020B0604020202020204" charset="0"/>
      <p:regular r:id="rId35"/>
      <p:bold r:id="rId36"/>
      <p:italic r:id="rId37"/>
      <p:boldItalic r:id="rId38"/>
    </p:embeddedFont>
    <p:embeddedFont>
      <p:font typeface="Bebas Neue" panose="020B0606020202050201" pitchFamily="34" charset="0"/>
      <p:regular r:id="rId39"/>
    </p:embeddedFont>
    <p:embeddedFont>
      <p:font typeface="Cambria Math" panose="02040503050406030204" pitchFamily="18" charset="0"/>
      <p:regular r:id="rId40"/>
    </p:embeddedFont>
    <p:embeddedFont>
      <p:font typeface="Manrope" panose="020B0604020202020204" charset="0"/>
      <p:regular r:id="rId41"/>
      <p:bold r:id="rId42"/>
    </p:embeddedFont>
    <p:embeddedFont>
      <p:font typeface="Manrope Medium" panose="020B0604020202020204" charset="0"/>
      <p:regular r:id="rId43"/>
      <p:bold r:id="rId44"/>
    </p:embeddedFont>
    <p:embeddedFont>
      <p:font typeface="Roboto" panose="02000000000000000000" pitchFamily="2" charset="0"/>
      <p:regular r:id="rId45"/>
      <p:bold r:id="rId46"/>
      <p:italic r:id="rId47"/>
      <p:boldItalic r:id="rId48"/>
    </p:embeddedFont>
    <p:embeddedFont>
      <p:font typeface="Roboto Mono" panose="00000009000000000000" pitchFamily="49" charset="0"/>
      <p:regular r:id="rId49"/>
      <p:bold r:id="rId50"/>
      <p:italic r:id="rId51"/>
      <p:boldItalic r:id="rId52"/>
    </p:embeddedFont>
    <p:embeddedFont>
      <p:font typeface="Roboto Mono Medium" panose="00000009000000000000" pitchFamily="49" charset="0"/>
      <p:regular r:id="rId53"/>
      <p: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FC1"/>
    <a:srgbClr val="F9FFAF"/>
    <a:srgbClr val="FCFFD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2F2E4E-79D0-4FDB-9B0D-46021C160DE1}">
  <a:tblStyle styleId="{AC2F2E4E-79D0-4FDB-9B0D-46021C160D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42" autoAdjust="0"/>
    <p:restoredTop sz="91350" autoAdjust="0"/>
  </p:normalViewPr>
  <p:slideViewPr>
    <p:cSldViewPr snapToGrid="0">
      <p:cViewPr varScale="1">
        <p:scale>
          <a:sx n="62" d="100"/>
          <a:sy n="62" d="100"/>
        </p:scale>
        <p:origin x="34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1.fntdata"/><Relationship Id="rId21" Type="http://schemas.openxmlformats.org/officeDocument/2006/relationships/slide" Target="slides/slide19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font" Target="fonts/font19.fntdata"/><Relationship Id="rId50" Type="http://schemas.openxmlformats.org/officeDocument/2006/relationships/font" Target="fonts/font22.fntdata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1.fntdata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3" Type="http://schemas.openxmlformats.org/officeDocument/2006/relationships/font" Target="fonts/font25.fntdata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font" Target="fonts/font20.fntdata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23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8.xml"/><Relationship Id="rId41" Type="http://schemas.openxmlformats.org/officeDocument/2006/relationships/font" Target="fonts/font13.fntdata"/><Relationship Id="rId54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36" Type="http://schemas.openxmlformats.org/officeDocument/2006/relationships/font" Target="fonts/font8.fntdata"/><Relationship Id="rId49" Type="http://schemas.openxmlformats.org/officeDocument/2006/relationships/font" Target="fonts/font21.fntdata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52" Type="http://schemas.openxmlformats.org/officeDocument/2006/relationships/font" Target="fonts/font2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F42186-407C-73A9-4E99-543E73FEA6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27D59-795A-7D5E-0C1D-4F5C3EBD70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9D5D1D01-533E-40A6-A9D1-CB838A228FA5}" type="datetimeFigureOut">
              <a:rPr lang="he-IL" smtClean="0"/>
              <a:t>ד'/שבט/תשפ"ו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29067-1D25-335F-2357-A9AA222884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DA55B-7D82-1C52-F269-7561DDAAC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362DFAD4-485A-488C-B3D1-137108A9706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78662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1784" name="Google Shape;178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1809" name="Google Shape;180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g13b49936e2d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59" name="Google Shape;2359;g13b49936e2d_0_1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1842" name="Google Shape;1842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0">
          <a:extLst>
            <a:ext uri="{FF2B5EF4-FFF2-40B4-BE49-F238E27FC236}">
              <a16:creationId xmlns:a16="http://schemas.microsoft.com/office/drawing/2014/main" id="{CE436C2F-4A06-E089-E620-7BB99DD5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133f6155f6d_0_30:notes">
            <a:extLst>
              <a:ext uri="{FF2B5EF4-FFF2-40B4-BE49-F238E27FC236}">
                <a16:creationId xmlns:a16="http://schemas.microsoft.com/office/drawing/2014/main" id="{0A84F363-72E2-4A90-F4FA-8A44DE812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1842" name="Google Shape;1842;g133f6155f6d_0_30:notes">
            <a:extLst>
              <a:ext uri="{FF2B5EF4-FFF2-40B4-BE49-F238E27FC236}">
                <a16:creationId xmlns:a16="http://schemas.microsoft.com/office/drawing/2014/main" id="{F9F8E64B-7B54-A687-7B3B-88BB2B225C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5579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>
          <a:extLst>
            <a:ext uri="{FF2B5EF4-FFF2-40B4-BE49-F238E27FC236}">
              <a16:creationId xmlns:a16="http://schemas.microsoft.com/office/drawing/2014/main" id="{E24CFFBA-53E1-E01C-EF15-824FDD52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g13b49936e2d_0_1029:notes">
            <a:extLst>
              <a:ext uri="{FF2B5EF4-FFF2-40B4-BE49-F238E27FC236}">
                <a16:creationId xmlns:a16="http://schemas.microsoft.com/office/drawing/2014/main" id="{01AF766A-918D-F16A-854E-E7B3401CDE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59" name="Google Shape;2359;g13b49936e2d_0_1029:notes">
            <a:extLst>
              <a:ext uri="{FF2B5EF4-FFF2-40B4-BE49-F238E27FC236}">
                <a16:creationId xmlns:a16="http://schemas.microsoft.com/office/drawing/2014/main" id="{400624AB-0133-F95B-88DE-34C449F347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534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>
          <a:extLst>
            <a:ext uri="{FF2B5EF4-FFF2-40B4-BE49-F238E27FC236}">
              <a16:creationId xmlns:a16="http://schemas.microsoft.com/office/drawing/2014/main" id="{4ECB0D70-8D42-2144-96C0-3DDEC0EE8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g13b49936e2d_0_1029:notes">
            <a:extLst>
              <a:ext uri="{FF2B5EF4-FFF2-40B4-BE49-F238E27FC236}">
                <a16:creationId xmlns:a16="http://schemas.microsoft.com/office/drawing/2014/main" id="{F4CD85EB-2B8E-A917-2BC0-19A6A0F93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59" name="Google Shape;2359;g13b49936e2d_0_1029:notes">
            <a:extLst>
              <a:ext uri="{FF2B5EF4-FFF2-40B4-BE49-F238E27FC236}">
                <a16:creationId xmlns:a16="http://schemas.microsoft.com/office/drawing/2014/main" id="{8951E766-0C90-41C1-7AAB-1FB1F1DC2B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162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02890136-96C6-D34C-F43A-77B29844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1F56EE68-BFC4-206F-F32D-FE63D00593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6DE3670E-D5F3-6AA1-2FBD-014D22A8E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724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B6DC466D-FBC0-FB36-81E7-0A7C1EBC0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39D1B899-BA2F-8FA3-44BA-765A66CF1F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D75BD64A-2891-FEA9-9F77-8A3AF23AB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5393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F907F5F2-2F9B-9ADE-90AE-5457D1C0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0EA13111-1A92-E5A6-9AE0-1F8917434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64DB38A2-FCE3-B285-F7A4-C5F1FBF03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8426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8DCF55B3-94B0-C3D5-5292-C8482623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94DD576D-1AAB-38DD-9E79-036CD8B5A1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5282B385-5E59-2A6F-B16A-28A0EE4BE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0811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DF6401B6-5B6E-56F4-462B-FCD26E1DE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AC4A3EA0-0774-5513-7F60-FB1C5FB0A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068E8F27-4306-3089-D281-983086CEF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334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28BE4CE7-9DC8-BD4A-6E6B-7CB4E510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C9EFE33C-8A73-5325-4625-9D5EAAC45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75F5A52B-59E5-78C4-FF77-2A3DF31B1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9903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6B16FCDA-019C-CA72-EA1C-79AAEDCA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F4A37CF3-EAF0-5D42-1611-AF9223CF1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655DEDFB-6F8C-F3A4-21AA-5231C176D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74871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2D35AFE5-2B08-BEBD-FA93-60186BB98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561A86FD-08FA-5536-9CD9-C669F93CA9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10AC85F4-3763-77FE-D5A6-44C4642193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2625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>
          <a:extLst>
            <a:ext uri="{FF2B5EF4-FFF2-40B4-BE49-F238E27FC236}">
              <a16:creationId xmlns:a16="http://schemas.microsoft.com/office/drawing/2014/main" id="{DD1A0B0A-F361-FE04-3338-E61C7CAC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g13b49936e2d_0_1029:notes">
            <a:extLst>
              <a:ext uri="{FF2B5EF4-FFF2-40B4-BE49-F238E27FC236}">
                <a16:creationId xmlns:a16="http://schemas.microsoft.com/office/drawing/2014/main" id="{1C4E9532-6A82-1B8B-C54B-1D61873969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59" name="Google Shape;2359;g13b49936e2d_0_1029:notes">
            <a:extLst>
              <a:ext uri="{FF2B5EF4-FFF2-40B4-BE49-F238E27FC236}">
                <a16:creationId xmlns:a16="http://schemas.microsoft.com/office/drawing/2014/main" id="{00DE1AE5-1D95-CC86-C500-8FF7565DC8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907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8D6EC4AE-CF21-B5BF-BB06-229CE1313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BE338E93-F698-953C-B6FE-C2A25BC44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E952007D-127D-2ECB-6360-61CE40A4C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3610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>
          <a:extLst>
            <a:ext uri="{FF2B5EF4-FFF2-40B4-BE49-F238E27FC236}">
              <a16:creationId xmlns:a16="http://schemas.microsoft.com/office/drawing/2014/main" id="{FFDAE07E-5FDF-DA16-376A-68B01C68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g13b49936e2d_0_1029:notes">
            <a:extLst>
              <a:ext uri="{FF2B5EF4-FFF2-40B4-BE49-F238E27FC236}">
                <a16:creationId xmlns:a16="http://schemas.microsoft.com/office/drawing/2014/main" id="{D52B4D0C-50B2-6971-1E0B-69B0C13015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59" name="Google Shape;2359;g13b49936e2d_0_1029:notes">
            <a:extLst>
              <a:ext uri="{FF2B5EF4-FFF2-40B4-BE49-F238E27FC236}">
                <a16:creationId xmlns:a16="http://schemas.microsoft.com/office/drawing/2014/main" id="{B5227D98-1662-1296-3AE1-5F36AF232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870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B469A119-DBE2-3D08-91AA-3FB6B782A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90D4CFF6-7C63-9E56-CE01-A3C2716A93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94A5316D-AE02-6F47-7E3A-78E93255FA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11378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F9699716-90AD-0691-24AA-AE856B93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49A9EE82-803A-2F54-D33E-D8094D93CA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1603D18D-A2A1-3488-FB97-688B554F93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9796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7">
          <a:extLst>
            <a:ext uri="{FF2B5EF4-FFF2-40B4-BE49-F238E27FC236}">
              <a16:creationId xmlns:a16="http://schemas.microsoft.com/office/drawing/2014/main" id="{813E62B6-6BD3-0425-4231-529B82677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g13b49936e2d_0_1029:notes">
            <a:extLst>
              <a:ext uri="{FF2B5EF4-FFF2-40B4-BE49-F238E27FC236}">
                <a16:creationId xmlns:a16="http://schemas.microsoft.com/office/drawing/2014/main" id="{FA398157-C960-5551-D604-A5F6936094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59" name="Google Shape;2359;g13b49936e2d_0_1029:notes">
            <a:extLst>
              <a:ext uri="{FF2B5EF4-FFF2-40B4-BE49-F238E27FC236}">
                <a16:creationId xmlns:a16="http://schemas.microsoft.com/office/drawing/2014/main" id="{6B5CC8A0-EC73-5337-97D8-5C7BCF2747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23248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>
          <a:extLst>
            <a:ext uri="{FF2B5EF4-FFF2-40B4-BE49-F238E27FC236}">
              <a16:creationId xmlns:a16="http://schemas.microsoft.com/office/drawing/2014/main" id="{D3660DB9-61A3-B11B-08BB-152AD009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1dd46dd1d67_2_1016:notes">
            <a:extLst>
              <a:ext uri="{FF2B5EF4-FFF2-40B4-BE49-F238E27FC236}">
                <a16:creationId xmlns:a16="http://schemas.microsoft.com/office/drawing/2014/main" id="{4B2D577B-8740-3C50-F888-98CDC35FFE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2304" name="Google Shape;2304;g1dd46dd1d67_2_1016:notes">
            <a:extLst>
              <a:ext uri="{FF2B5EF4-FFF2-40B4-BE49-F238E27FC236}">
                <a16:creationId xmlns:a16="http://schemas.microsoft.com/office/drawing/2014/main" id="{BF90647A-7930-3E5B-E421-0AF60232A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3360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2">
          <a:extLst>
            <a:ext uri="{FF2B5EF4-FFF2-40B4-BE49-F238E27FC236}">
              <a16:creationId xmlns:a16="http://schemas.microsoft.com/office/drawing/2014/main" id="{CDE35E80-054A-BF38-183A-1C2A50DC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d431007ba2_0_208:notes">
            <a:extLst>
              <a:ext uri="{FF2B5EF4-FFF2-40B4-BE49-F238E27FC236}">
                <a16:creationId xmlns:a16="http://schemas.microsoft.com/office/drawing/2014/main" id="{558814C1-9A8A-51C9-B7B6-7ECE94D17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he-IL"/>
          </a:p>
        </p:txBody>
      </p:sp>
      <p:sp>
        <p:nvSpPr>
          <p:cNvPr id="1784" name="Google Shape;1784;gd431007ba2_0_208:notes">
            <a:extLst>
              <a:ext uri="{FF2B5EF4-FFF2-40B4-BE49-F238E27FC236}">
                <a16:creationId xmlns:a16="http://schemas.microsoft.com/office/drawing/2014/main" id="{0AF3B7B9-02FC-1FA3-8CB4-C8E226229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928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74481" y="-126454"/>
            <a:ext cx="9768655" cy="7207936"/>
            <a:chOff x="-374481" y="-126454"/>
            <a:chExt cx="9768655" cy="720793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324551" y="-11"/>
              <a:ext cx="2900789" cy="3300787"/>
              <a:chOff x="-324551" y="-11"/>
              <a:chExt cx="2900789" cy="3300787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2454705" y="329973"/>
                <a:ext cx="121533" cy="104911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" name="Google Shape;12;p2"/>
              <p:cNvGrpSpPr/>
              <p:nvPr/>
            </p:nvGrpSpPr>
            <p:grpSpPr>
              <a:xfrm>
                <a:off x="-324551" y="-11"/>
                <a:ext cx="2478457" cy="3300787"/>
                <a:chOff x="-324551" y="-11"/>
                <a:chExt cx="2478457" cy="3300787"/>
              </a:xfrm>
            </p:grpSpPr>
            <p:sp>
              <p:nvSpPr>
                <p:cNvPr id="13" name="Google Shape;13;p2"/>
                <p:cNvSpPr/>
                <p:nvPr/>
              </p:nvSpPr>
              <p:spPr>
                <a:xfrm>
                  <a:off x="-324551" y="2400005"/>
                  <a:ext cx="299888" cy="259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14;p2"/>
                <p:cNvSpPr/>
                <p:nvPr/>
              </p:nvSpPr>
              <p:spPr>
                <a:xfrm>
                  <a:off x="410441" y="197665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15;p2"/>
                <p:cNvSpPr/>
                <p:nvPr/>
              </p:nvSpPr>
              <p:spPr>
                <a:xfrm>
                  <a:off x="410441" y="169442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16;p2"/>
                <p:cNvSpPr/>
                <p:nvPr/>
              </p:nvSpPr>
              <p:spPr>
                <a:xfrm>
                  <a:off x="-324551" y="1553299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410441" y="1128925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-324551" y="705572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499626" y="2875288"/>
                  <a:ext cx="121533" cy="1058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0"/>
                      </a:moveTo>
                      <a:lnTo>
                        <a:pt x="0" y="3369"/>
                      </a:lnTo>
                      <a:lnTo>
                        <a:pt x="1937" y="6737"/>
                      </a:lnTo>
                      <a:lnTo>
                        <a:pt x="5804" y="6737"/>
                      </a:lnTo>
                      <a:lnTo>
                        <a:pt x="7736" y="3369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98803" y="3195943"/>
                  <a:ext cx="121533" cy="104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673" extrusionOk="0">
                      <a:moveTo>
                        <a:pt x="1937" y="0"/>
                      </a:moveTo>
                      <a:lnTo>
                        <a:pt x="0" y="3369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5" y="3369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198361" y="87190"/>
                  <a:ext cx="120590" cy="1048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76" h="6673" extrusionOk="0">
                      <a:moveTo>
                        <a:pt x="1872" y="1"/>
                      </a:moveTo>
                      <a:lnTo>
                        <a:pt x="0" y="3369"/>
                      </a:lnTo>
                      <a:lnTo>
                        <a:pt x="1872" y="6673"/>
                      </a:lnTo>
                      <a:lnTo>
                        <a:pt x="5739" y="6673"/>
                      </a:lnTo>
                      <a:lnTo>
                        <a:pt x="7675" y="3369"/>
                      </a:lnTo>
                      <a:lnTo>
                        <a:pt x="5739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2032357" y="131293"/>
                  <a:ext cx="121548" cy="1049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7" h="6679" extrusionOk="0">
                      <a:moveTo>
                        <a:pt x="1932" y="1"/>
                      </a:moveTo>
                      <a:lnTo>
                        <a:pt x="1" y="3369"/>
                      </a:lnTo>
                      <a:lnTo>
                        <a:pt x="1932" y="6678"/>
                      </a:lnTo>
                      <a:lnTo>
                        <a:pt x="5800" y="6678"/>
                      </a:lnTo>
                      <a:lnTo>
                        <a:pt x="7736" y="3369"/>
                      </a:lnTo>
                      <a:lnTo>
                        <a:pt x="5800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>
                  <a:off x="133144" y="2666573"/>
                  <a:ext cx="184263" cy="15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9" h="10166" extrusionOk="0">
                      <a:moveTo>
                        <a:pt x="2930" y="0"/>
                      </a:moveTo>
                      <a:lnTo>
                        <a:pt x="1" y="5115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115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24;p2"/>
                <p:cNvSpPr/>
                <p:nvPr/>
              </p:nvSpPr>
              <p:spPr>
                <a:xfrm>
                  <a:off x="739499" y="870932"/>
                  <a:ext cx="184247" cy="15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1329680" y="220510"/>
                  <a:ext cx="185268" cy="159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3" h="10167" extrusionOk="0">
                      <a:moveTo>
                        <a:pt x="2934" y="1"/>
                      </a:moveTo>
                      <a:lnTo>
                        <a:pt x="0" y="5116"/>
                      </a:lnTo>
                      <a:lnTo>
                        <a:pt x="2934" y="10166"/>
                      </a:lnTo>
                      <a:lnTo>
                        <a:pt x="8798" y="10166"/>
                      </a:lnTo>
                      <a:lnTo>
                        <a:pt x="11792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323266" y="2308824"/>
                  <a:ext cx="184247" cy="15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0" y="1"/>
                      </a:moveTo>
                      <a:lnTo>
                        <a:pt x="0" y="5056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056"/>
                      </a:lnTo>
                      <a:lnTo>
                        <a:pt x="8793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726008" y="2481305"/>
                  <a:ext cx="184247" cy="1598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4" y="1"/>
                      </a:moveTo>
                      <a:lnTo>
                        <a:pt x="0" y="5056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05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503546" y="2592102"/>
                  <a:ext cx="184247" cy="159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7" extrusionOk="0">
                      <a:moveTo>
                        <a:pt x="2930" y="1"/>
                      </a:moveTo>
                      <a:lnTo>
                        <a:pt x="1" y="5051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1"/>
                      </a:lnTo>
                      <a:lnTo>
                        <a:pt x="879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1675646" y="495859"/>
                  <a:ext cx="184263" cy="15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9" h="10171" extrusionOk="0">
                      <a:moveTo>
                        <a:pt x="2930" y="0"/>
                      </a:moveTo>
                      <a:lnTo>
                        <a:pt x="1" y="5055"/>
                      </a:lnTo>
                      <a:lnTo>
                        <a:pt x="2930" y="10171"/>
                      </a:lnTo>
                      <a:lnTo>
                        <a:pt x="8794" y="10171"/>
                      </a:lnTo>
                      <a:lnTo>
                        <a:pt x="11728" y="5055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900436" y="28221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-79554" y="-11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-79554" y="197665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165444" y="1553299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165444" y="987802"/>
                  <a:ext cx="299888" cy="259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-79554" y="56444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410441" y="28221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-324551" y="141096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48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-79554" y="2258898"/>
                  <a:ext cx="299888" cy="2596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165444" y="1835529"/>
                  <a:ext cx="299888" cy="258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70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-79554" y="1694422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Google Shape;41;p2"/>
                <p:cNvSpPr/>
                <p:nvPr/>
              </p:nvSpPr>
              <p:spPr>
                <a:xfrm>
                  <a:off x="655439" y="1553299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" name="Google Shape;42;p2"/>
                <p:cNvSpPr/>
                <p:nvPr/>
              </p:nvSpPr>
              <p:spPr>
                <a:xfrm>
                  <a:off x="-79554" y="1411155"/>
                  <a:ext cx="299888" cy="259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3" name="Google Shape;43;p2"/>
                <p:cNvGrpSpPr/>
                <p:nvPr/>
              </p:nvGrpSpPr>
              <p:grpSpPr>
                <a:xfrm>
                  <a:off x="-324551" y="141096"/>
                  <a:ext cx="789883" cy="1953177"/>
                  <a:chOff x="2886825" y="590200"/>
                  <a:chExt cx="1256975" cy="3108175"/>
                </a:xfrm>
              </p:grpSpPr>
              <p:sp>
                <p:nvSpPr>
                  <p:cNvPr id="44" name="Google Shape;44;p2"/>
                  <p:cNvSpPr/>
                  <p:nvPr/>
                </p:nvSpPr>
                <p:spPr>
                  <a:xfrm>
                    <a:off x="2886825" y="3286625"/>
                    <a:ext cx="477225" cy="4117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9" h="16470" extrusionOk="0">
                        <a:moveTo>
                          <a:pt x="4742" y="1"/>
                        </a:moveTo>
                        <a:lnTo>
                          <a:pt x="1" y="8235"/>
                        </a:lnTo>
                        <a:lnTo>
                          <a:pt x="4742" y="16469"/>
                        </a:lnTo>
                        <a:lnTo>
                          <a:pt x="14288" y="16469"/>
                        </a:lnTo>
                        <a:lnTo>
                          <a:pt x="19089" y="8235"/>
                        </a:lnTo>
                        <a:lnTo>
                          <a:pt x="14288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" name="Google Shape;45;p2"/>
                  <p:cNvSpPr/>
                  <p:nvPr/>
                </p:nvSpPr>
                <p:spPr>
                  <a:xfrm>
                    <a:off x="2886825" y="1039350"/>
                    <a:ext cx="477225" cy="413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9" h="16534" extrusionOk="0">
                        <a:moveTo>
                          <a:pt x="4742" y="0"/>
                        </a:moveTo>
                        <a:lnTo>
                          <a:pt x="1" y="8234"/>
                        </a:lnTo>
                        <a:lnTo>
                          <a:pt x="4742" y="16533"/>
                        </a:lnTo>
                        <a:lnTo>
                          <a:pt x="14288" y="16533"/>
                        </a:lnTo>
                        <a:lnTo>
                          <a:pt x="19089" y="8234"/>
                        </a:lnTo>
                        <a:lnTo>
                          <a:pt x="14288" y="0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" name="Google Shape;46;p2"/>
                  <p:cNvSpPr/>
                  <p:nvPr/>
                </p:nvSpPr>
                <p:spPr>
                  <a:xfrm>
                    <a:off x="3666575" y="590200"/>
                    <a:ext cx="477225" cy="411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9" h="16469" extrusionOk="0">
                        <a:moveTo>
                          <a:pt x="4806" y="1"/>
                        </a:moveTo>
                        <a:lnTo>
                          <a:pt x="1" y="8235"/>
                        </a:lnTo>
                        <a:lnTo>
                          <a:pt x="4806" y="16469"/>
                        </a:lnTo>
                        <a:lnTo>
                          <a:pt x="14288" y="16469"/>
                        </a:lnTo>
                        <a:lnTo>
                          <a:pt x="19089" y="8235"/>
                        </a:lnTo>
                        <a:lnTo>
                          <a:pt x="14288" y="1"/>
                        </a:lnTo>
                        <a:close/>
                      </a:path>
                    </a:pathLst>
                  </a:custGeom>
                  <a:solidFill>
                    <a:srgbClr val="FFFFFF">
                      <a:alpha val="80000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" name="Google Shape;47;p2"/>
                <p:cNvSpPr/>
                <p:nvPr/>
              </p:nvSpPr>
              <p:spPr>
                <a:xfrm>
                  <a:off x="165444" y="1270048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Google Shape;48;p2"/>
                <p:cNvSpPr/>
                <p:nvPr/>
              </p:nvSpPr>
              <p:spPr>
                <a:xfrm>
                  <a:off x="-79554" y="1128925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2"/>
                <p:cNvSpPr/>
                <p:nvPr/>
              </p:nvSpPr>
              <p:spPr>
                <a:xfrm>
                  <a:off x="-324551" y="1270048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2"/>
                <p:cNvSpPr/>
                <p:nvPr/>
              </p:nvSpPr>
              <p:spPr>
                <a:xfrm>
                  <a:off x="-79554" y="846695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2"/>
                <p:cNvSpPr/>
                <p:nvPr/>
              </p:nvSpPr>
              <p:spPr>
                <a:xfrm>
                  <a:off x="410441" y="564449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2"/>
                <p:cNvSpPr/>
                <p:nvPr/>
              </p:nvSpPr>
              <p:spPr>
                <a:xfrm>
                  <a:off x="655439" y="423342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2"/>
                <p:cNvSpPr/>
                <p:nvPr/>
              </p:nvSpPr>
              <p:spPr>
                <a:xfrm>
                  <a:off x="165444" y="423342"/>
                  <a:ext cx="299888" cy="259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2"/>
                <p:cNvSpPr/>
                <p:nvPr/>
              </p:nvSpPr>
              <p:spPr>
                <a:xfrm>
                  <a:off x="410441" y="-11"/>
                  <a:ext cx="299888" cy="258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5" name="Google Shape;55;p2"/>
            <p:cNvGrpSpPr/>
            <p:nvPr/>
          </p:nvGrpSpPr>
          <p:grpSpPr>
            <a:xfrm>
              <a:off x="6895449" y="2765296"/>
              <a:ext cx="2498725" cy="2732343"/>
              <a:chOff x="6895449" y="2765296"/>
              <a:chExt cx="2498725" cy="2732343"/>
            </a:xfrm>
          </p:grpSpPr>
          <p:sp>
            <p:nvSpPr>
              <p:cNvPr id="56" name="Google Shape;56;p2"/>
              <p:cNvSpPr/>
              <p:nvPr/>
            </p:nvSpPr>
            <p:spPr>
              <a:xfrm>
                <a:off x="7530303" y="5008897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8728155" y="4663924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8728155" y="3627738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8129229" y="3627738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7654889" y="3984693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6895449" y="4883082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8373600" y="3195355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7247623" y="4989732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9027618" y="2765296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9027618" y="5181393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8428692" y="4836420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7530303" y="4663924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8428692" y="414520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9027618" y="345524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8728155" y="2937773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7829766" y="518139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8728155" y="5008897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8728155" y="328276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8428692" y="5181393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9027618" y="4836420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129229" y="5008897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9027618" y="4490179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8428692" y="4490179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8129229" y="4663924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7829766" y="4490179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9027618" y="414520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8728155" y="4317703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9027618" y="3800234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8428692" y="3800234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8129229" y="3972710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" name="Google Shape;86;p2"/>
            <p:cNvGrpSpPr/>
            <p:nvPr/>
          </p:nvGrpSpPr>
          <p:grpSpPr>
            <a:xfrm>
              <a:off x="-374481" y="3970996"/>
              <a:ext cx="2941933" cy="3110486"/>
              <a:chOff x="-374481" y="3970996"/>
              <a:chExt cx="2941933" cy="3110486"/>
            </a:xfrm>
          </p:grpSpPr>
          <p:grpSp>
            <p:nvGrpSpPr>
              <p:cNvPr id="87" name="Google Shape;87;p2"/>
              <p:cNvGrpSpPr/>
              <p:nvPr/>
            </p:nvGrpSpPr>
            <p:grpSpPr>
              <a:xfrm rot="-5400000">
                <a:off x="-458757" y="4055272"/>
                <a:ext cx="3110486" cy="2941933"/>
                <a:chOff x="363575" y="365650"/>
                <a:chExt cx="4949850" cy="4681625"/>
              </a:xfrm>
            </p:grpSpPr>
            <p:sp>
              <p:nvSpPr>
                <p:cNvPr id="88" name="Google Shape;88;p2"/>
                <p:cNvSpPr/>
                <p:nvPr/>
              </p:nvSpPr>
              <p:spPr>
                <a:xfrm>
                  <a:off x="132732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" name="Google Shape;89;p2"/>
                <p:cNvSpPr/>
                <p:nvPr/>
              </p:nvSpPr>
              <p:spPr>
                <a:xfrm>
                  <a:off x="547575" y="4634050"/>
                  <a:ext cx="4757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29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28"/>
                      </a:lnTo>
                      <a:lnTo>
                        <a:pt x="14288" y="16528"/>
                      </a:lnTo>
                      <a:lnTo>
                        <a:pt x="1902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" name="Google Shape;90;p2"/>
                <p:cNvSpPr/>
                <p:nvPr/>
              </p:nvSpPr>
              <p:spPr>
                <a:xfrm>
                  <a:off x="2886825" y="418490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" name="Google Shape;91;p2"/>
                <p:cNvSpPr/>
                <p:nvPr/>
              </p:nvSpPr>
              <p:spPr>
                <a:xfrm>
                  <a:off x="54757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2" name="Google Shape;92;p2"/>
                <p:cNvSpPr/>
                <p:nvPr/>
              </p:nvSpPr>
              <p:spPr>
                <a:xfrm>
                  <a:off x="405645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2"/>
                <p:cNvSpPr/>
                <p:nvPr/>
              </p:nvSpPr>
              <p:spPr>
                <a:xfrm>
                  <a:off x="1327325" y="3286625"/>
                  <a:ext cx="4757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2"/>
                <p:cNvSpPr/>
                <p:nvPr/>
              </p:nvSpPr>
              <p:spPr>
                <a:xfrm>
                  <a:off x="28868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2"/>
                <p:cNvSpPr/>
                <p:nvPr/>
              </p:nvSpPr>
              <p:spPr>
                <a:xfrm>
                  <a:off x="405645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300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2886825" y="14884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2"/>
                <p:cNvSpPr/>
                <p:nvPr/>
              </p:nvSpPr>
              <p:spPr>
                <a:xfrm>
                  <a:off x="2107075" y="1488475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2"/>
                <p:cNvSpPr/>
                <p:nvPr/>
              </p:nvSpPr>
              <p:spPr>
                <a:xfrm>
                  <a:off x="1489525" y="1953200"/>
                  <a:ext cx="293200" cy="25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2" extrusionOk="0">
                      <a:moveTo>
                        <a:pt x="2935" y="1"/>
                      </a:moveTo>
                      <a:lnTo>
                        <a:pt x="0" y="5116"/>
                      </a:lnTo>
                      <a:lnTo>
                        <a:pt x="2935" y="10171"/>
                      </a:lnTo>
                      <a:lnTo>
                        <a:pt x="8798" y="10171"/>
                      </a:lnTo>
                      <a:lnTo>
                        <a:pt x="11728" y="5116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2"/>
                <p:cNvSpPr/>
                <p:nvPr/>
              </p:nvSpPr>
              <p:spPr>
                <a:xfrm>
                  <a:off x="756550" y="2436650"/>
                  <a:ext cx="29485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71" extrusionOk="0">
                      <a:moveTo>
                        <a:pt x="2935" y="0"/>
                      </a:moveTo>
                      <a:lnTo>
                        <a:pt x="1" y="5056"/>
                      </a:lnTo>
                      <a:lnTo>
                        <a:pt x="2935" y="10171"/>
                      </a:lnTo>
                      <a:lnTo>
                        <a:pt x="8859" y="10171"/>
                      </a:lnTo>
                      <a:lnTo>
                        <a:pt x="11793" y="5056"/>
                      </a:lnTo>
                      <a:lnTo>
                        <a:pt x="885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" name="Google Shape;100;p2"/>
                <p:cNvSpPr/>
                <p:nvPr/>
              </p:nvSpPr>
              <p:spPr>
                <a:xfrm>
                  <a:off x="903150" y="987950"/>
                  <a:ext cx="193400" cy="16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673" extrusionOk="0">
                      <a:moveTo>
                        <a:pt x="1937" y="0"/>
                      </a:moveTo>
                      <a:lnTo>
                        <a:pt x="0" y="3304"/>
                      </a:lnTo>
                      <a:lnTo>
                        <a:pt x="1937" y="6672"/>
                      </a:lnTo>
                      <a:lnTo>
                        <a:pt x="5804" y="6672"/>
                      </a:lnTo>
                      <a:lnTo>
                        <a:pt x="7736" y="3304"/>
                      </a:lnTo>
                      <a:lnTo>
                        <a:pt x="580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" name="Google Shape;101;p2"/>
                <p:cNvSpPr/>
                <p:nvPr/>
              </p:nvSpPr>
              <p:spPr>
                <a:xfrm>
                  <a:off x="500800" y="3122825"/>
                  <a:ext cx="193400" cy="168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6" h="6738" extrusionOk="0">
                      <a:moveTo>
                        <a:pt x="1937" y="1"/>
                      </a:moveTo>
                      <a:lnTo>
                        <a:pt x="0" y="3369"/>
                      </a:lnTo>
                      <a:lnTo>
                        <a:pt x="1937" y="6738"/>
                      </a:lnTo>
                      <a:lnTo>
                        <a:pt x="5804" y="6738"/>
                      </a:lnTo>
                      <a:lnTo>
                        <a:pt x="7736" y="3369"/>
                      </a:lnTo>
                      <a:lnTo>
                        <a:pt x="5804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" name="Google Shape;102;p2"/>
                <p:cNvSpPr/>
                <p:nvPr/>
              </p:nvSpPr>
              <p:spPr>
                <a:xfrm>
                  <a:off x="2425225" y="925550"/>
                  <a:ext cx="293200" cy="254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7" extrusionOk="0">
                      <a:moveTo>
                        <a:pt x="2935" y="1"/>
                      </a:moveTo>
                      <a:lnTo>
                        <a:pt x="0" y="5051"/>
                      </a:lnTo>
                      <a:lnTo>
                        <a:pt x="2935" y="10166"/>
                      </a:lnTo>
                      <a:lnTo>
                        <a:pt x="8798" y="1016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2"/>
                <p:cNvSpPr/>
                <p:nvPr/>
              </p:nvSpPr>
              <p:spPr>
                <a:xfrm>
                  <a:off x="959300" y="3261675"/>
                  <a:ext cx="293200" cy="252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07" extrusionOk="0">
                      <a:moveTo>
                        <a:pt x="2934" y="1"/>
                      </a:moveTo>
                      <a:lnTo>
                        <a:pt x="0" y="5051"/>
                      </a:lnTo>
                      <a:lnTo>
                        <a:pt x="2934" y="10106"/>
                      </a:lnTo>
                      <a:lnTo>
                        <a:pt x="8798" y="10106"/>
                      </a:lnTo>
                      <a:lnTo>
                        <a:pt x="11728" y="5051"/>
                      </a:lnTo>
                      <a:lnTo>
                        <a:pt x="8798" y="1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" name="Google Shape;104;p2"/>
                <p:cNvSpPr/>
                <p:nvPr/>
              </p:nvSpPr>
              <p:spPr>
                <a:xfrm>
                  <a:off x="4580094" y="1751619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0" y="0"/>
                      </a:moveTo>
                      <a:lnTo>
                        <a:pt x="0" y="5115"/>
                      </a:lnTo>
                      <a:lnTo>
                        <a:pt x="2930" y="10171"/>
                      </a:lnTo>
                      <a:lnTo>
                        <a:pt x="8793" y="10171"/>
                      </a:lnTo>
                      <a:lnTo>
                        <a:pt x="11728" y="5115"/>
                      </a:lnTo>
                      <a:lnTo>
                        <a:pt x="8793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" name="Google Shape;105;p2"/>
                <p:cNvSpPr/>
                <p:nvPr/>
              </p:nvSpPr>
              <p:spPr>
                <a:xfrm>
                  <a:off x="1626750" y="1337275"/>
                  <a:ext cx="29485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94" h="10166" extrusionOk="0">
                      <a:moveTo>
                        <a:pt x="2935" y="0"/>
                      </a:moveTo>
                      <a:lnTo>
                        <a:pt x="1" y="5115"/>
                      </a:lnTo>
                      <a:lnTo>
                        <a:pt x="2935" y="10166"/>
                      </a:lnTo>
                      <a:lnTo>
                        <a:pt x="8799" y="10166"/>
                      </a:lnTo>
                      <a:lnTo>
                        <a:pt x="11793" y="5115"/>
                      </a:lnTo>
                      <a:lnTo>
                        <a:pt x="8799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2"/>
                <p:cNvSpPr/>
                <p:nvPr/>
              </p:nvSpPr>
              <p:spPr>
                <a:xfrm>
                  <a:off x="363575" y="4242550"/>
                  <a:ext cx="293200" cy="254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71" extrusionOk="0">
                      <a:moveTo>
                        <a:pt x="2934" y="0"/>
                      </a:moveTo>
                      <a:lnTo>
                        <a:pt x="0" y="5115"/>
                      </a:lnTo>
                      <a:lnTo>
                        <a:pt x="2934" y="10171"/>
                      </a:lnTo>
                      <a:lnTo>
                        <a:pt x="8798" y="10171"/>
                      </a:lnTo>
                      <a:lnTo>
                        <a:pt x="11727" y="5115"/>
                      </a:lnTo>
                      <a:lnTo>
                        <a:pt x="879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" name="Google Shape;107;p2"/>
                <p:cNvSpPr/>
                <p:nvPr/>
              </p:nvSpPr>
              <p:spPr>
                <a:xfrm>
                  <a:off x="1902850" y="376625"/>
                  <a:ext cx="293200" cy="2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8" h="10166" extrusionOk="0">
                      <a:moveTo>
                        <a:pt x="2930" y="0"/>
                      </a:moveTo>
                      <a:lnTo>
                        <a:pt x="0" y="5050"/>
                      </a:lnTo>
                      <a:lnTo>
                        <a:pt x="2930" y="10166"/>
                      </a:lnTo>
                      <a:lnTo>
                        <a:pt x="8794" y="10166"/>
                      </a:lnTo>
                      <a:lnTo>
                        <a:pt x="11728" y="5050"/>
                      </a:lnTo>
                      <a:lnTo>
                        <a:pt x="8794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8" name="Google Shape;108;p2"/>
                <p:cNvSpPr/>
                <p:nvPr/>
              </p:nvSpPr>
              <p:spPr>
                <a:xfrm>
                  <a:off x="4836200" y="8147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" name="Google Shape;109;p2"/>
                <p:cNvSpPr/>
                <p:nvPr/>
              </p:nvSpPr>
              <p:spPr>
                <a:xfrm>
                  <a:off x="327670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288" y="1646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6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0" name="Google Shape;110;p2"/>
              <p:cNvGrpSpPr/>
              <p:nvPr/>
            </p:nvGrpSpPr>
            <p:grpSpPr>
              <a:xfrm rot="-5400000">
                <a:off x="-174571" y="4016084"/>
                <a:ext cx="2259868" cy="2659687"/>
                <a:chOff x="1327325" y="365650"/>
                <a:chExt cx="3596225" cy="4232475"/>
              </a:xfrm>
            </p:grpSpPr>
            <p:sp>
              <p:nvSpPr>
                <p:cNvPr id="111" name="Google Shape;111;p2"/>
                <p:cNvSpPr/>
                <p:nvPr/>
              </p:nvSpPr>
              <p:spPr>
                <a:xfrm>
                  <a:off x="3276700" y="3960350"/>
                  <a:ext cx="477225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2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28"/>
                      </a:lnTo>
                      <a:lnTo>
                        <a:pt x="14288" y="16528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2"/>
                <p:cNvSpPr/>
                <p:nvPr/>
              </p:nvSpPr>
              <p:spPr>
                <a:xfrm>
                  <a:off x="2107075" y="4184900"/>
                  <a:ext cx="477250" cy="41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2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529"/>
                      </a:lnTo>
                      <a:lnTo>
                        <a:pt x="14288" y="1652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" name="Google Shape;113;p2"/>
                <p:cNvSpPr/>
                <p:nvPr/>
              </p:nvSpPr>
              <p:spPr>
                <a:xfrm>
                  <a:off x="2496950" y="35112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4" name="Google Shape;114;p2"/>
                <p:cNvSpPr/>
                <p:nvPr/>
              </p:nvSpPr>
              <p:spPr>
                <a:xfrm>
                  <a:off x="1327325" y="3735775"/>
                  <a:ext cx="4757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469" extrusionOk="0">
                      <a:moveTo>
                        <a:pt x="4742" y="0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29" y="8235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" name="Google Shape;115;p2"/>
                <p:cNvSpPr/>
                <p:nvPr/>
              </p:nvSpPr>
              <p:spPr>
                <a:xfrm>
                  <a:off x="3276700" y="3062075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9"/>
                      </a:lnTo>
                      <a:lnTo>
                        <a:pt x="14288" y="16469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" name="Google Shape;116;p2"/>
                <p:cNvSpPr/>
                <p:nvPr/>
              </p:nvSpPr>
              <p:spPr>
                <a:xfrm>
                  <a:off x="2107075" y="3286625"/>
                  <a:ext cx="477250" cy="41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70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2"/>
                <p:cNvSpPr/>
                <p:nvPr/>
              </p:nvSpPr>
              <p:spPr>
                <a:xfrm>
                  <a:off x="4446325" y="283750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469"/>
                      </a:lnTo>
                      <a:lnTo>
                        <a:pt x="14348" y="16469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" name="Google Shape;118;p2"/>
                <p:cNvSpPr/>
                <p:nvPr/>
              </p:nvSpPr>
              <p:spPr>
                <a:xfrm>
                  <a:off x="3276700" y="2611300"/>
                  <a:ext cx="477225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5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" name="Google Shape;119;p2"/>
                <p:cNvSpPr/>
                <p:nvPr/>
              </p:nvSpPr>
              <p:spPr>
                <a:xfrm>
                  <a:off x="2496950" y="26113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" name="Google Shape;120;p2"/>
                <p:cNvSpPr/>
                <p:nvPr/>
              </p:nvSpPr>
              <p:spPr>
                <a:xfrm>
                  <a:off x="2107075" y="2837500"/>
                  <a:ext cx="477250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469" extrusionOk="0">
                      <a:moveTo>
                        <a:pt x="4742" y="1"/>
                      </a:moveTo>
                      <a:lnTo>
                        <a:pt x="1" y="8235"/>
                      </a:lnTo>
                      <a:lnTo>
                        <a:pt x="4742" y="16469"/>
                      </a:lnTo>
                      <a:lnTo>
                        <a:pt x="14288" y="16469"/>
                      </a:lnTo>
                      <a:lnTo>
                        <a:pt x="19089" y="8235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" name="Google Shape;121;p2"/>
                <p:cNvSpPr/>
                <p:nvPr/>
              </p:nvSpPr>
              <p:spPr>
                <a:xfrm>
                  <a:off x="1717200" y="2611300"/>
                  <a:ext cx="4757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3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2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2" name="Google Shape;122;p2"/>
                <p:cNvSpPr/>
                <p:nvPr/>
              </p:nvSpPr>
              <p:spPr>
                <a:xfrm>
                  <a:off x="366657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99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" name="Google Shape;123;p2"/>
                <p:cNvSpPr/>
                <p:nvPr/>
              </p:nvSpPr>
              <p:spPr>
                <a:xfrm>
                  <a:off x="3276700" y="2162175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300"/>
                      </a:lnTo>
                      <a:lnTo>
                        <a:pt x="4806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" name="Google Shape;124;p2"/>
                <p:cNvSpPr/>
                <p:nvPr/>
              </p:nvSpPr>
              <p:spPr>
                <a:xfrm>
                  <a:off x="2886825" y="23867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742" y="0"/>
                      </a:moveTo>
                      <a:lnTo>
                        <a:pt x="1" y="8299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99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" name="Google Shape;125;p2"/>
                <p:cNvSpPr/>
                <p:nvPr/>
              </p:nvSpPr>
              <p:spPr>
                <a:xfrm>
                  <a:off x="3276700" y="17130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" name="Google Shape;126;p2"/>
                <p:cNvSpPr/>
                <p:nvPr/>
              </p:nvSpPr>
              <p:spPr>
                <a:xfrm>
                  <a:off x="2496950" y="1713050"/>
                  <a:ext cx="477250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4" extrusionOk="0">
                      <a:moveTo>
                        <a:pt x="4742" y="0"/>
                      </a:moveTo>
                      <a:lnTo>
                        <a:pt x="1" y="8234"/>
                      </a:lnTo>
                      <a:lnTo>
                        <a:pt x="4742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" name="Google Shape;127;p2"/>
                <p:cNvSpPr/>
                <p:nvPr/>
              </p:nvSpPr>
              <p:spPr>
                <a:xfrm>
                  <a:off x="2107075" y="1937600"/>
                  <a:ext cx="477250" cy="41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90" h="16535" extrusionOk="0">
                      <a:moveTo>
                        <a:pt x="4742" y="1"/>
                      </a:moveTo>
                      <a:lnTo>
                        <a:pt x="1" y="8300"/>
                      </a:lnTo>
                      <a:lnTo>
                        <a:pt x="4742" y="16534"/>
                      </a:lnTo>
                      <a:lnTo>
                        <a:pt x="14288" y="16534"/>
                      </a:lnTo>
                      <a:lnTo>
                        <a:pt x="19089" y="8300"/>
                      </a:lnTo>
                      <a:lnTo>
                        <a:pt x="1428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" name="Google Shape;128;p2"/>
                <p:cNvSpPr/>
                <p:nvPr/>
              </p:nvSpPr>
              <p:spPr>
                <a:xfrm>
                  <a:off x="4056450" y="126390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1"/>
                      </a:moveTo>
                      <a:lnTo>
                        <a:pt x="1" y="8235"/>
                      </a:lnTo>
                      <a:lnTo>
                        <a:pt x="4806" y="16534"/>
                      </a:lnTo>
                      <a:lnTo>
                        <a:pt x="14348" y="16534"/>
                      </a:lnTo>
                      <a:lnTo>
                        <a:pt x="19089" y="8235"/>
                      </a:lnTo>
                      <a:lnTo>
                        <a:pt x="14348" y="1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" name="Google Shape;129;p2"/>
                <p:cNvSpPr/>
                <p:nvPr/>
              </p:nvSpPr>
              <p:spPr>
                <a:xfrm>
                  <a:off x="444632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348" y="16533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" name="Google Shape;130;p2"/>
                <p:cNvSpPr/>
                <p:nvPr/>
              </p:nvSpPr>
              <p:spPr>
                <a:xfrm>
                  <a:off x="3666575" y="1039350"/>
                  <a:ext cx="477225" cy="41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534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533"/>
                      </a:lnTo>
                      <a:lnTo>
                        <a:pt x="14288" y="16533"/>
                      </a:lnTo>
                      <a:lnTo>
                        <a:pt x="19089" y="8234"/>
                      </a:lnTo>
                      <a:lnTo>
                        <a:pt x="1428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1" name="Google Shape;131;p2"/>
                <p:cNvSpPr/>
                <p:nvPr/>
              </p:nvSpPr>
              <p:spPr>
                <a:xfrm>
                  <a:off x="4056450" y="365650"/>
                  <a:ext cx="477225" cy="41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9" h="16469" extrusionOk="0">
                      <a:moveTo>
                        <a:pt x="4806" y="0"/>
                      </a:moveTo>
                      <a:lnTo>
                        <a:pt x="1" y="8234"/>
                      </a:lnTo>
                      <a:lnTo>
                        <a:pt x="4806" y="16468"/>
                      </a:lnTo>
                      <a:lnTo>
                        <a:pt x="14348" y="16468"/>
                      </a:lnTo>
                      <a:lnTo>
                        <a:pt x="19089" y="8234"/>
                      </a:lnTo>
                      <a:lnTo>
                        <a:pt x="14348" y="0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2" name="Google Shape;132;p2"/>
            <p:cNvGrpSpPr/>
            <p:nvPr/>
          </p:nvGrpSpPr>
          <p:grpSpPr>
            <a:xfrm>
              <a:off x="7508523" y="-126454"/>
              <a:ext cx="1878185" cy="1451618"/>
              <a:chOff x="7508523" y="-126454"/>
              <a:chExt cx="1878185" cy="1451618"/>
            </a:xfrm>
          </p:grpSpPr>
          <p:sp>
            <p:nvSpPr>
              <p:cNvPr id="133" name="Google Shape;133;p2"/>
              <p:cNvSpPr/>
              <p:nvPr/>
            </p:nvSpPr>
            <p:spPr>
              <a:xfrm rot="-5400000">
                <a:off x="9107400" y="-105874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 rot="-5400000">
                <a:off x="8260183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 rot="-5400000">
                <a:off x="8260175" y="383602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 rot="-5400000">
                <a:off x="8560063" y="879473"/>
                <a:ext cx="184247" cy="15980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 rot="-5400000">
                <a:off x="7500173" y="163793"/>
                <a:ext cx="121533" cy="104833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3" extrusionOk="0">
                    <a:moveTo>
                      <a:pt x="1937" y="0"/>
                    </a:moveTo>
                    <a:lnTo>
                      <a:pt x="0" y="3304"/>
                    </a:lnTo>
                    <a:lnTo>
                      <a:pt x="1937" y="6672"/>
                    </a:lnTo>
                    <a:lnTo>
                      <a:pt x="5804" y="6672"/>
                    </a:lnTo>
                    <a:lnTo>
                      <a:pt x="7736" y="3304"/>
                    </a:lnTo>
                    <a:lnTo>
                      <a:pt x="580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 rot="-5400000">
                <a:off x="7914249" y="291518"/>
                <a:ext cx="184247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 rot="-5400000">
                <a:off x="8172451" y="792769"/>
                <a:ext cx="185284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 rot="-5400000">
                <a:off x="9017097" y="1153186"/>
                <a:ext cx="184247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 rot="-5400000">
                <a:off x="8965766" y="138597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 rot="-5400000">
                <a:off x="9107392" y="384113"/>
                <a:ext cx="299904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 rot="-5400000">
                <a:off x="8966238" y="629063"/>
                <a:ext cx="298961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 rot="-5400000">
                <a:off x="8824659" y="-106385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 rot="-5400000">
                <a:off x="8401298" y="138605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 rot="-5400000">
                <a:off x="8542413" y="383594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7" name="Google Shape;147;p2"/>
          <p:cNvSpPr txBox="1">
            <a:spLocks noGrp="1"/>
          </p:cNvSpPr>
          <p:nvPr>
            <p:ph type="ctrTitle"/>
          </p:nvPr>
        </p:nvSpPr>
        <p:spPr>
          <a:xfrm>
            <a:off x="1765200" y="1513275"/>
            <a:ext cx="5613600" cy="160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8" name="Google Shape;148;p2"/>
          <p:cNvSpPr txBox="1">
            <a:spLocks noGrp="1"/>
          </p:cNvSpPr>
          <p:nvPr>
            <p:ph type="subTitle" idx="1"/>
          </p:nvPr>
        </p:nvSpPr>
        <p:spPr>
          <a:xfrm>
            <a:off x="2734625" y="3157325"/>
            <a:ext cx="3674700" cy="365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9" name="Google Shape;149;p2"/>
          <p:cNvGrpSpPr/>
          <p:nvPr/>
        </p:nvGrpSpPr>
        <p:grpSpPr>
          <a:xfrm>
            <a:off x="-1342317" y="-932211"/>
            <a:ext cx="10570541" cy="6075710"/>
            <a:chOff x="-1342317" y="-932211"/>
            <a:chExt cx="10570541" cy="6075710"/>
          </a:xfrm>
        </p:grpSpPr>
        <p:pic>
          <p:nvPicPr>
            <p:cNvPr id="150" name="Google Shape;150;p2"/>
            <p:cNvPicPr preferRelativeResize="0"/>
            <p:nvPr/>
          </p:nvPicPr>
          <p:blipFill rotWithShape="1">
            <a:blip r:embed="rId2">
              <a:alphaModFix/>
            </a:blip>
            <a:srcRect b="27092"/>
            <a:stretch/>
          </p:blipFill>
          <p:spPr>
            <a:xfrm rot="-985196">
              <a:off x="7802603" y="4016887"/>
              <a:ext cx="1316795" cy="9600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"/>
            <p:cNvPicPr preferRelativeResize="0"/>
            <p:nvPr/>
          </p:nvPicPr>
          <p:blipFill rotWithShape="1">
            <a:blip r:embed="rId3">
              <a:alphaModFix/>
            </a:blip>
            <a:srcRect t="13843" b="16241"/>
            <a:stretch/>
          </p:blipFill>
          <p:spPr>
            <a:xfrm rot="-3039005">
              <a:off x="-1058351" y="-91172"/>
              <a:ext cx="3250800" cy="22728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" name="Google Shape;695;p13"/>
          <p:cNvGrpSpPr/>
          <p:nvPr/>
        </p:nvGrpSpPr>
        <p:grpSpPr>
          <a:xfrm>
            <a:off x="-324794" y="-154536"/>
            <a:ext cx="9417319" cy="5399886"/>
            <a:chOff x="-324794" y="-154536"/>
            <a:chExt cx="9417319" cy="5399886"/>
          </a:xfrm>
        </p:grpSpPr>
        <p:grpSp>
          <p:nvGrpSpPr>
            <p:cNvPr id="696" name="Google Shape;696;p13"/>
            <p:cNvGrpSpPr/>
            <p:nvPr/>
          </p:nvGrpSpPr>
          <p:grpSpPr>
            <a:xfrm>
              <a:off x="-324794" y="-154536"/>
              <a:ext cx="2014870" cy="1670931"/>
              <a:chOff x="-324794" y="-154536"/>
              <a:chExt cx="2014870" cy="1670931"/>
            </a:xfrm>
          </p:grpSpPr>
          <p:sp>
            <p:nvSpPr>
              <p:cNvPr id="697" name="Google Shape;697;p13"/>
              <p:cNvSpPr/>
              <p:nvPr/>
            </p:nvSpPr>
            <p:spPr>
              <a:xfrm>
                <a:off x="410199" y="551047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3"/>
              <p:cNvSpPr/>
              <p:nvPr/>
            </p:nvSpPr>
            <p:spPr>
              <a:xfrm>
                <a:off x="-79796" y="551047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13"/>
              <p:cNvSpPr/>
              <p:nvPr/>
            </p:nvSpPr>
            <p:spPr>
              <a:xfrm>
                <a:off x="376870" y="65968"/>
                <a:ext cx="121548" cy="104927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13"/>
              <p:cNvSpPr/>
              <p:nvPr/>
            </p:nvSpPr>
            <p:spPr>
              <a:xfrm>
                <a:off x="69204" y="104205"/>
                <a:ext cx="184247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13"/>
              <p:cNvSpPr/>
              <p:nvPr/>
            </p:nvSpPr>
            <p:spPr>
              <a:xfrm>
                <a:off x="1462130" y="65985"/>
                <a:ext cx="185268" cy="159724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13"/>
              <p:cNvSpPr/>
              <p:nvPr/>
            </p:nvSpPr>
            <p:spPr>
              <a:xfrm>
                <a:off x="-208131" y="-147640"/>
                <a:ext cx="184247" cy="15970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3"/>
              <p:cNvSpPr/>
              <p:nvPr/>
            </p:nvSpPr>
            <p:spPr>
              <a:xfrm>
                <a:off x="655196" y="-154536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13"/>
              <p:cNvSpPr/>
              <p:nvPr/>
            </p:nvSpPr>
            <p:spPr>
              <a:xfrm>
                <a:off x="165201" y="974400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13"/>
              <p:cNvSpPr/>
              <p:nvPr/>
            </p:nvSpPr>
            <p:spPr>
              <a:xfrm>
                <a:off x="655196" y="409924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3"/>
              <p:cNvSpPr/>
              <p:nvPr/>
            </p:nvSpPr>
            <p:spPr>
              <a:xfrm>
                <a:off x="1145191" y="127694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3"/>
              <p:cNvSpPr/>
              <p:nvPr/>
            </p:nvSpPr>
            <p:spPr>
              <a:xfrm>
                <a:off x="410199" y="268817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3"/>
              <p:cNvSpPr/>
              <p:nvPr/>
            </p:nvSpPr>
            <p:spPr>
              <a:xfrm>
                <a:off x="900194" y="-13429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3"/>
              <p:cNvSpPr/>
              <p:nvPr/>
            </p:nvSpPr>
            <p:spPr>
              <a:xfrm>
                <a:off x="165201" y="1256630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3"/>
              <p:cNvSpPr/>
              <p:nvPr/>
            </p:nvSpPr>
            <p:spPr>
              <a:xfrm>
                <a:off x="-324794" y="1256630"/>
                <a:ext cx="298961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3"/>
              <p:cNvSpPr/>
              <p:nvPr/>
            </p:nvSpPr>
            <p:spPr>
              <a:xfrm>
                <a:off x="410199" y="1115523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3"/>
              <p:cNvSpPr/>
              <p:nvPr/>
            </p:nvSpPr>
            <p:spPr>
              <a:xfrm>
                <a:off x="165201" y="692170"/>
                <a:ext cx="299904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3"/>
              <p:cNvSpPr/>
              <p:nvPr/>
            </p:nvSpPr>
            <p:spPr>
              <a:xfrm>
                <a:off x="-79796" y="833277"/>
                <a:ext cx="299904" cy="2597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3"/>
              <p:cNvSpPr/>
              <p:nvPr/>
            </p:nvSpPr>
            <p:spPr>
              <a:xfrm>
                <a:off x="1390189" y="268817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3"/>
              <p:cNvSpPr/>
              <p:nvPr/>
            </p:nvSpPr>
            <p:spPr>
              <a:xfrm>
                <a:off x="900194" y="268817"/>
                <a:ext cx="299888" cy="2597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3"/>
              <p:cNvSpPr/>
              <p:nvPr/>
            </p:nvSpPr>
            <p:spPr>
              <a:xfrm>
                <a:off x="1145191" y="-154536"/>
                <a:ext cx="299888" cy="25872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7" name="Google Shape;717;p13"/>
            <p:cNvGrpSpPr/>
            <p:nvPr/>
          </p:nvGrpSpPr>
          <p:grpSpPr>
            <a:xfrm>
              <a:off x="8413868" y="4346311"/>
              <a:ext cx="678657" cy="899039"/>
              <a:chOff x="8413868" y="4346311"/>
              <a:chExt cx="678657" cy="899039"/>
            </a:xfrm>
          </p:grpSpPr>
          <p:sp>
            <p:nvSpPr>
              <p:cNvPr id="718" name="Google Shape;718;p13"/>
              <p:cNvSpPr/>
              <p:nvPr/>
            </p:nvSpPr>
            <p:spPr>
              <a:xfrm rot="10800000">
                <a:off x="8570342" y="4997409"/>
                <a:ext cx="287385" cy="24794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3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3"/>
              <p:cNvSpPr/>
              <p:nvPr/>
            </p:nvSpPr>
            <p:spPr>
              <a:xfrm rot="10800000">
                <a:off x="8831312" y="4346311"/>
                <a:ext cx="176565" cy="15313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3"/>
              <p:cNvSpPr/>
              <p:nvPr/>
            </p:nvSpPr>
            <p:spPr>
              <a:xfrm rot="10800000">
                <a:off x="8413868" y="4918620"/>
                <a:ext cx="156482" cy="13500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3"/>
              <p:cNvSpPr/>
              <p:nvPr/>
            </p:nvSpPr>
            <p:spPr>
              <a:xfrm rot="10800000">
                <a:off x="8805125" y="4862161"/>
                <a:ext cx="287400" cy="247941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3"/>
              <p:cNvSpPr/>
              <p:nvPr/>
            </p:nvSpPr>
            <p:spPr>
              <a:xfrm rot="10800000">
                <a:off x="8570342" y="4726912"/>
                <a:ext cx="287385" cy="24795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3"/>
              <p:cNvSpPr/>
              <p:nvPr/>
            </p:nvSpPr>
            <p:spPr>
              <a:xfrm rot="10800000">
                <a:off x="8805125" y="4591679"/>
                <a:ext cx="287400" cy="247941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3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724" name="Google Shape;724;p13"/>
          <p:cNvPicPr preferRelativeResize="0"/>
          <p:nvPr/>
        </p:nvPicPr>
        <p:blipFill rotWithShape="1">
          <a:blip r:embed="rId2">
            <a:alphaModFix/>
          </a:blip>
          <a:srcRect t="15088" b="17644"/>
          <a:stretch/>
        </p:blipFill>
        <p:spPr>
          <a:xfrm rot="1632542">
            <a:off x="-1814596" y="-863080"/>
            <a:ext cx="3096866" cy="208313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13"/>
          <p:cNvSpPr txBox="1">
            <a:spLocks noGrp="1"/>
          </p:cNvSpPr>
          <p:nvPr>
            <p:ph type="subTitle" idx="1"/>
          </p:nvPr>
        </p:nvSpPr>
        <p:spPr>
          <a:xfrm>
            <a:off x="713225" y="22490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7" name="Google Shape;727;p13"/>
          <p:cNvSpPr txBox="1">
            <a:spLocks noGrp="1"/>
          </p:cNvSpPr>
          <p:nvPr>
            <p:ph type="subTitle" idx="2"/>
          </p:nvPr>
        </p:nvSpPr>
        <p:spPr>
          <a:xfrm>
            <a:off x="713225" y="403587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8" name="Google Shape;728;p13"/>
          <p:cNvSpPr txBox="1">
            <a:spLocks noGrp="1"/>
          </p:cNvSpPr>
          <p:nvPr>
            <p:ph type="subTitle" idx="3"/>
          </p:nvPr>
        </p:nvSpPr>
        <p:spPr>
          <a:xfrm>
            <a:off x="3419250" y="403587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9" name="Google Shape;729;p13"/>
          <p:cNvSpPr txBox="1">
            <a:spLocks noGrp="1"/>
          </p:cNvSpPr>
          <p:nvPr>
            <p:ph type="subTitle" idx="4"/>
          </p:nvPr>
        </p:nvSpPr>
        <p:spPr>
          <a:xfrm>
            <a:off x="3419250" y="22490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0" name="Google Shape;730;p13"/>
          <p:cNvSpPr txBox="1">
            <a:spLocks noGrp="1"/>
          </p:cNvSpPr>
          <p:nvPr>
            <p:ph type="title" idx="5" hasCustomPrompt="1"/>
          </p:nvPr>
        </p:nvSpPr>
        <p:spPr>
          <a:xfrm>
            <a:off x="1462125" y="1359500"/>
            <a:ext cx="807600" cy="453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1" name="Google Shape;731;p13"/>
          <p:cNvSpPr txBox="1">
            <a:spLocks noGrp="1"/>
          </p:cNvSpPr>
          <p:nvPr>
            <p:ph type="title" idx="6" hasCustomPrompt="1"/>
          </p:nvPr>
        </p:nvSpPr>
        <p:spPr>
          <a:xfrm>
            <a:off x="4168200" y="3146253"/>
            <a:ext cx="807600" cy="453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2" name="Google Shape;732;p13"/>
          <p:cNvSpPr txBox="1">
            <a:spLocks noGrp="1"/>
          </p:cNvSpPr>
          <p:nvPr>
            <p:ph type="title" idx="7" hasCustomPrompt="1"/>
          </p:nvPr>
        </p:nvSpPr>
        <p:spPr>
          <a:xfrm>
            <a:off x="1462125" y="3146253"/>
            <a:ext cx="807600" cy="453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3" name="Google Shape;733;p13"/>
          <p:cNvSpPr txBox="1">
            <a:spLocks noGrp="1"/>
          </p:cNvSpPr>
          <p:nvPr>
            <p:ph type="title" idx="8" hasCustomPrompt="1"/>
          </p:nvPr>
        </p:nvSpPr>
        <p:spPr>
          <a:xfrm>
            <a:off x="4168200" y="1359500"/>
            <a:ext cx="807600" cy="453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4" name="Google Shape;734;p13"/>
          <p:cNvSpPr txBox="1">
            <a:spLocks noGrp="1"/>
          </p:cNvSpPr>
          <p:nvPr>
            <p:ph type="subTitle" idx="9"/>
          </p:nvPr>
        </p:nvSpPr>
        <p:spPr>
          <a:xfrm>
            <a:off x="6125275" y="403587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13"/>
          <p:cNvSpPr txBox="1">
            <a:spLocks noGrp="1"/>
          </p:cNvSpPr>
          <p:nvPr>
            <p:ph type="subTitle" idx="13"/>
          </p:nvPr>
        </p:nvSpPr>
        <p:spPr>
          <a:xfrm>
            <a:off x="6125275" y="2249025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13"/>
          <p:cNvSpPr txBox="1">
            <a:spLocks noGrp="1"/>
          </p:cNvSpPr>
          <p:nvPr>
            <p:ph type="title" idx="14" hasCustomPrompt="1"/>
          </p:nvPr>
        </p:nvSpPr>
        <p:spPr>
          <a:xfrm>
            <a:off x="6874225" y="3146253"/>
            <a:ext cx="807600" cy="453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7" name="Google Shape;737;p13"/>
          <p:cNvSpPr txBox="1">
            <a:spLocks noGrp="1"/>
          </p:cNvSpPr>
          <p:nvPr>
            <p:ph type="title" idx="15" hasCustomPrompt="1"/>
          </p:nvPr>
        </p:nvSpPr>
        <p:spPr>
          <a:xfrm>
            <a:off x="6874225" y="1359500"/>
            <a:ext cx="807600" cy="4533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8" name="Google Shape;738;p13"/>
          <p:cNvSpPr txBox="1">
            <a:spLocks noGrp="1"/>
          </p:cNvSpPr>
          <p:nvPr>
            <p:ph type="subTitle" idx="16"/>
          </p:nvPr>
        </p:nvSpPr>
        <p:spPr>
          <a:xfrm>
            <a:off x="713225" y="196762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39" name="Google Shape;739;p13"/>
          <p:cNvSpPr txBox="1">
            <a:spLocks noGrp="1"/>
          </p:cNvSpPr>
          <p:nvPr>
            <p:ph type="subTitle" idx="17"/>
          </p:nvPr>
        </p:nvSpPr>
        <p:spPr>
          <a:xfrm>
            <a:off x="713225" y="375447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40" name="Google Shape;740;p13"/>
          <p:cNvSpPr txBox="1">
            <a:spLocks noGrp="1"/>
          </p:cNvSpPr>
          <p:nvPr>
            <p:ph type="subTitle" idx="18"/>
          </p:nvPr>
        </p:nvSpPr>
        <p:spPr>
          <a:xfrm>
            <a:off x="3419250" y="375447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41" name="Google Shape;741;p13"/>
          <p:cNvSpPr txBox="1">
            <a:spLocks noGrp="1"/>
          </p:cNvSpPr>
          <p:nvPr>
            <p:ph type="subTitle" idx="19"/>
          </p:nvPr>
        </p:nvSpPr>
        <p:spPr>
          <a:xfrm>
            <a:off x="3419250" y="196762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42" name="Google Shape;742;p13"/>
          <p:cNvSpPr txBox="1">
            <a:spLocks noGrp="1"/>
          </p:cNvSpPr>
          <p:nvPr>
            <p:ph type="subTitle" idx="20"/>
          </p:nvPr>
        </p:nvSpPr>
        <p:spPr>
          <a:xfrm>
            <a:off x="6125275" y="3754473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743" name="Google Shape;743;p13"/>
          <p:cNvSpPr txBox="1">
            <a:spLocks noGrp="1"/>
          </p:cNvSpPr>
          <p:nvPr>
            <p:ph type="subTitle" idx="21"/>
          </p:nvPr>
        </p:nvSpPr>
        <p:spPr>
          <a:xfrm>
            <a:off x="6125275" y="1967625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9"/>
          <p:cNvSpPr txBox="1">
            <a:spLocks noGrp="1"/>
          </p:cNvSpPr>
          <p:nvPr>
            <p:ph type="title"/>
          </p:nvPr>
        </p:nvSpPr>
        <p:spPr>
          <a:xfrm>
            <a:off x="5105325" y="2349700"/>
            <a:ext cx="3202500" cy="5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lang="he-IL" dirty="0"/>
          </a:p>
        </p:txBody>
      </p:sp>
      <p:sp>
        <p:nvSpPr>
          <p:cNvPr id="970" name="Google Shape;970;p19"/>
          <p:cNvSpPr txBox="1">
            <a:spLocks noGrp="1"/>
          </p:cNvSpPr>
          <p:nvPr>
            <p:ph type="subTitle" idx="1"/>
          </p:nvPr>
        </p:nvSpPr>
        <p:spPr>
          <a:xfrm>
            <a:off x="5105325" y="2945650"/>
            <a:ext cx="3202500" cy="11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grpSp>
        <p:nvGrpSpPr>
          <p:cNvPr id="971" name="Google Shape;971;p19"/>
          <p:cNvGrpSpPr/>
          <p:nvPr/>
        </p:nvGrpSpPr>
        <p:grpSpPr>
          <a:xfrm>
            <a:off x="106470" y="-89369"/>
            <a:ext cx="9322171" cy="5407736"/>
            <a:chOff x="106470" y="-89369"/>
            <a:chExt cx="9322171" cy="5407736"/>
          </a:xfrm>
        </p:grpSpPr>
        <p:grpSp>
          <p:nvGrpSpPr>
            <p:cNvPr id="972" name="Google Shape;972;p19"/>
            <p:cNvGrpSpPr/>
            <p:nvPr/>
          </p:nvGrpSpPr>
          <p:grpSpPr>
            <a:xfrm rot="-5400000" flipH="1">
              <a:off x="6779975" y="-1073048"/>
              <a:ext cx="1664988" cy="3632346"/>
              <a:chOff x="-58982" y="1551945"/>
              <a:chExt cx="1664988" cy="3632346"/>
            </a:xfrm>
          </p:grpSpPr>
          <p:sp>
            <p:nvSpPr>
              <p:cNvPr id="973" name="Google Shape;973;p19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 rot="-5400000">
                <a:off x="822018" y="493624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 rot="-5400000">
                <a:off x="1487865" y="5066149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19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19"/>
              <p:cNvSpPr/>
              <p:nvPr/>
            </p:nvSpPr>
            <p:spPr>
              <a:xfrm rot="-5400000">
                <a:off x="1481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19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19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19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19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19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19"/>
              <p:cNvSpPr/>
              <p:nvPr/>
            </p:nvSpPr>
            <p:spPr>
              <a:xfrm rot="-5400000">
                <a:off x="980584" y="4671401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19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19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19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19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19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19"/>
              <p:cNvSpPr/>
              <p:nvPr/>
            </p:nvSpPr>
            <p:spPr>
              <a:xfrm rot="-5400000">
                <a:off x="656358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Google Shape;992;p19"/>
              <p:cNvSpPr/>
              <p:nvPr/>
            </p:nvSpPr>
            <p:spPr>
              <a:xfrm rot="-5400000">
                <a:off x="656349" y="4163171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19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19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19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19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7" name="Google Shape;997;p19"/>
            <p:cNvGrpSpPr/>
            <p:nvPr/>
          </p:nvGrpSpPr>
          <p:grpSpPr>
            <a:xfrm>
              <a:off x="106470" y="4174101"/>
              <a:ext cx="1475488" cy="1144266"/>
              <a:chOff x="1717200" y="1288000"/>
              <a:chExt cx="2817968" cy="2185800"/>
            </a:xfrm>
          </p:grpSpPr>
          <p:sp>
            <p:nvSpPr>
              <p:cNvPr id="998" name="Google Shape;998;p19"/>
              <p:cNvSpPr/>
              <p:nvPr/>
            </p:nvSpPr>
            <p:spPr>
              <a:xfrm>
                <a:off x="3276700" y="3062075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19"/>
              <p:cNvSpPr/>
              <p:nvPr/>
            </p:nvSpPr>
            <p:spPr>
              <a:xfrm>
                <a:off x="4057943" y="2725201"/>
                <a:ext cx="477225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19"/>
              <p:cNvSpPr/>
              <p:nvPr/>
            </p:nvSpPr>
            <p:spPr>
              <a:xfrm>
                <a:off x="3276700" y="2611300"/>
                <a:ext cx="477225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19"/>
              <p:cNvSpPr/>
              <p:nvPr/>
            </p:nvSpPr>
            <p:spPr>
              <a:xfrm>
                <a:off x="2496950" y="2611300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19"/>
              <p:cNvSpPr/>
              <p:nvPr/>
            </p:nvSpPr>
            <p:spPr>
              <a:xfrm>
                <a:off x="2107075" y="2837500"/>
                <a:ext cx="477250" cy="41172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19"/>
              <p:cNvSpPr/>
              <p:nvPr/>
            </p:nvSpPr>
            <p:spPr>
              <a:xfrm>
                <a:off x="1717200" y="2611300"/>
                <a:ext cx="4757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19"/>
              <p:cNvSpPr/>
              <p:nvPr/>
            </p:nvSpPr>
            <p:spPr>
              <a:xfrm>
                <a:off x="366657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19"/>
              <p:cNvSpPr/>
              <p:nvPr/>
            </p:nvSpPr>
            <p:spPr>
              <a:xfrm>
                <a:off x="3276700" y="2162175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19"/>
              <p:cNvSpPr/>
              <p:nvPr/>
            </p:nvSpPr>
            <p:spPr>
              <a:xfrm>
                <a:off x="2886825" y="23867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9"/>
              <p:cNvSpPr/>
              <p:nvPr/>
            </p:nvSpPr>
            <p:spPr>
              <a:xfrm>
                <a:off x="3276700" y="171305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9"/>
              <p:cNvSpPr/>
              <p:nvPr/>
            </p:nvSpPr>
            <p:spPr>
              <a:xfrm>
                <a:off x="2496950" y="1713050"/>
                <a:ext cx="477250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9"/>
              <p:cNvSpPr/>
              <p:nvPr/>
            </p:nvSpPr>
            <p:spPr>
              <a:xfrm>
                <a:off x="2107034" y="2386713"/>
                <a:ext cx="477250" cy="41337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9"/>
              <p:cNvSpPr/>
              <p:nvPr/>
            </p:nvSpPr>
            <p:spPr>
              <a:xfrm>
                <a:off x="1802078" y="1288000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8F8F8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9"/>
              <p:cNvSpPr/>
              <p:nvPr/>
            </p:nvSpPr>
            <p:spPr>
              <a:xfrm>
                <a:off x="3955770" y="1937618"/>
                <a:ext cx="477225" cy="4133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012" name="Google Shape;1012;p19"/>
          <p:cNvPicPr preferRelativeResize="0"/>
          <p:nvPr/>
        </p:nvPicPr>
        <p:blipFill rotWithShape="1">
          <a:blip r:embed="rId2">
            <a:alphaModFix/>
          </a:blip>
          <a:srcRect b="23395"/>
          <a:stretch/>
        </p:blipFill>
        <p:spPr>
          <a:xfrm rot="8100039" flipH="1">
            <a:off x="8314571" y="808593"/>
            <a:ext cx="941778" cy="72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EA9FE-6ED8-FA1E-A29D-61CDB27DD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364105"/>
            <a:ext cx="7717500" cy="5727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268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oogle Shape;1205;p24"/>
          <p:cNvGrpSpPr/>
          <p:nvPr/>
        </p:nvGrpSpPr>
        <p:grpSpPr>
          <a:xfrm>
            <a:off x="-145710" y="-63843"/>
            <a:ext cx="9397289" cy="5378361"/>
            <a:chOff x="-145710" y="-63843"/>
            <a:chExt cx="9397289" cy="5378361"/>
          </a:xfrm>
        </p:grpSpPr>
        <p:grpSp>
          <p:nvGrpSpPr>
            <p:cNvPr id="1206" name="Google Shape;1206;p24"/>
            <p:cNvGrpSpPr/>
            <p:nvPr/>
          </p:nvGrpSpPr>
          <p:grpSpPr>
            <a:xfrm>
              <a:off x="7770719" y="4394775"/>
              <a:ext cx="1480860" cy="919743"/>
              <a:chOff x="7770719" y="4394775"/>
              <a:chExt cx="1480860" cy="919743"/>
            </a:xfrm>
          </p:grpSpPr>
          <p:sp>
            <p:nvSpPr>
              <p:cNvPr id="1207" name="Google Shape;1207;p24"/>
              <p:cNvSpPr/>
              <p:nvPr/>
            </p:nvSpPr>
            <p:spPr>
              <a:xfrm>
                <a:off x="8732424" y="5068018"/>
                <a:ext cx="285730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8265574" y="4799104"/>
                <a:ext cx="284832" cy="24651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7770719" y="4701034"/>
                <a:ext cx="115789" cy="100851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8045231" y="4784166"/>
                <a:ext cx="175539" cy="151277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8965850" y="4664662"/>
                <a:ext cx="285730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8498999" y="4933561"/>
                <a:ext cx="284832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8965850" y="4933561"/>
                <a:ext cx="285730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8732424" y="4799104"/>
                <a:ext cx="285730" cy="24651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8965850" y="4394775"/>
                <a:ext cx="285730" cy="24748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8732424" y="4530205"/>
                <a:ext cx="285730" cy="24650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8498994" y="4642284"/>
                <a:ext cx="115789" cy="100851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8" name="Google Shape;1218;p24"/>
            <p:cNvGrpSpPr/>
            <p:nvPr/>
          </p:nvGrpSpPr>
          <p:grpSpPr>
            <a:xfrm>
              <a:off x="-145710" y="-63843"/>
              <a:ext cx="736979" cy="1206678"/>
              <a:chOff x="-145710" y="-63843"/>
              <a:chExt cx="736979" cy="1206678"/>
            </a:xfrm>
          </p:grpSpPr>
          <p:sp>
            <p:nvSpPr>
              <p:cNvPr id="1219" name="Google Shape;1219;p24"/>
              <p:cNvSpPr/>
              <p:nvPr/>
            </p:nvSpPr>
            <p:spPr>
              <a:xfrm rot="5400000">
                <a:off x="239847" y="988593"/>
                <a:ext cx="165662" cy="142821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 rot="5400000">
                <a:off x="88704" y="611304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 rot="5400000">
                <a:off x="88704" y="173170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 rot="5400000">
                <a:off x="215347" y="-45441"/>
                <a:ext cx="268153" cy="2313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 rot="5400000">
                <a:off x="-163655" y="173170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 rot="5400000">
                <a:off x="-37483" y="392237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 rot="5400000">
                <a:off x="-37483" y="-45897"/>
                <a:ext cx="268153" cy="23226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 rot="5400000">
                <a:off x="341519" y="173627"/>
                <a:ext cx="268153" cy="23134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471557" y="539509"/>
                <a:ext cx="115789" cy="100851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228" name="Google Shape;1228;p24"/>
          <p:cNvPicPr preferRelativeResize="0"/>
          <p:nvPr/>
        </p:nvPicPr>
        <p:blipFill rotWithShape="1">
          <a:blip r:embed="rId2">
            <a:alphaModFix/>
          </a:blip>
          <a:srcRect t="12371" b="17294"/>
          <a:stretch/>
        </p:blipFill>
        <p:spPr>
          <a:xfrm rot="-7019515">
            <a:off x="7853402" y="4503469"/>
            <a:ext cx="2510626" cy="1765787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30" name="Google Shape;1230;p24"/>
          <p:cNvSpPr txBox="1">
            <a:spLocks noGrp="1"/>
          </p:cNvSpPr>
          <p:nvPr>
            <p:ph type="subTitle" idx="1"/>
          </p:nvPr>
        </p:nvSpPr>
        <p:spPr>
          <a:xfrm>
            <a:off x="896975" y="1499418"/>
            <a:ext cx="74124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1" name="Google Shape;1231;p24"/>
          <p:cNvSpPr txBox="1">
            <a:spLocks noGrp="1"/>
          </p:cNvSpPr>
          <p:nvPr>
            <p:ph type="subTitle" idx="2"/>
          </p:nvPr>
        </p:nvSpPr>
        <p:spPr>
          <a:xfrm>
            <a:off x="896975" y="2708396"/>
            <a:ext cx="7412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2" name="Google Shape;1232;p24"/>
          <p:cNvSpPr txBox="1">
            <a:spLocks noGrp="1"/>
          </p:cNvSpPr>
          <p:nvPr>
            <p:ph type="subTitle" idx="3"/>
          </p:nvPr>
        </p:nvSpPr>
        <p:spPr>
          <a:xfrm>
            <a:off x="896975" y="3914675"/>
            <a:ext cx="74124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3" name="Google Shape;1233;p24"/>
          <p:cNvSpPr txBox="1">
            <a:spLocks noGrp="1"/>
          </p:cNvSpPr>
          <p:nvPr>
            <p:ph type="subTitle" idx="4"/>
          </p:nvPr>
        </p:nvSpPr>
        <p:spPr>
          <a:xfrm>
            <a:off x="896975" y="1256200"/>
            <a:ext cx="74124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34" name="Google Shape;1234;p24"/>
          <p:cNvSpPr txBox="1">
            <a:spLocks noGrp="1"/>
          </p:cNvSpPr>
          <p:nvPr>
            <p:ph type="subTitle" idx="5"/>
          </p:nvPr>
        </p:nvSpPr>
        <p:spPr>
          <a:xfrm>
            <a:off x="896975" y="2456738"/>
            <a:ext cx="74124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1235" name="Google Shape;1235;p24"/>
          <p:cNvSpPr txBox="1">
            <a:spLocks noGrp="1"/>
          </p:cNvSpPr>
          <p:nvPr>
            <p:ph type="subTitle" idx="6"/>
          </p:nvPr>
        </p:nvSpPr>
        <p:spPr>
          <a:xfrm>
            <a:off x="896975" y="3657275"/>
            <a:ext cx="7412400" cy="40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1800"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chivo"/>
              <a:buNone/>
              <a:defRPr sz="2400" b="1"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4" name="Google Shape;1564;p30"/>
          <p:cNvGrpSpPr/>
          <p:nvPr/>
        </p:nvGrpSpPr>
        <p:grpSpPr>
          <a:xfrm rot="10800000" flipH="1">
            <a:off x="-2028666" y="-244304"/>
            <a:ext cx="15057473" cy="5703079"/>
            <a:chOff x="-2028666" y="-396704"/>
            <a:chExt cx="15057473" cy="5703079"/>
          </a:xfrm>
        </p:grpSpPr>
        <p:grpSp>
          <p:nvGrpSpPr>
            <p:cNvPr id="1565" name="Google Shape;1565;p30"/>
            <p:cNvGrpSpPr/>
            <p:nvPr/>
          </p:nvGrpSpPr>
          <p:grpSpPr>
            <a:xfrm>
              <a:off x="-2028666" y="1882896"/>
              <a:ext cx="5483773" cy="3423479"/>
              <a:chOff x="-2028666" y="1882896"/>
              <a:chExt cx="5483773" cy="3423479"/>
            </a:xfrm>
          </p:grpSpPr>
          <p:sp>
            <p:nvSpPr>
              <p:cNvPr id="1566" name="Google Shape;1566;p30"/>
              <p:cNvSpPr/>
              <p:nvPr/>
            </p:nvSpPr>
            <p:spPr>
              <a:xfrm rot="10800000" flipH="1">
                <a:off x="-1288409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0"/>
              <p:cNvSpPr/>
              <p:nvPr/>
            </p:nvSpPr>
            <p:spPr>
              <a:xfrm rot="10800000" flipH="1">
                <a:off x="-1887335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0"/>
              <p:cNvSpPr/>
              <p:nvPr/>
            </p:nvSpPr>
            <p:spPr>
              <a:xfrm rot="10800000" flipH="1">
                <a:off x="-1887335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0"/>
              <p:cNvSpPr/>
              <p:nvPr/>
            </p:nvSpPr>
            <p:spPr>
              <a:xfrm rot="10800000" flipH="1">
                <a:off x="-1288409" y="2918986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0"/>
              <p:cNvSpPr/>
              <p:nvPr/>
            </p:nvSpPr>
            <p:spPr>
              <a:xfrm rot="10800000" flipH="1">
                <a:off x="-90557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0"/>
              <p:cNvSpPr/>
              <p:nvPr/>
            </p:nvSpPr>
            <p:spPr>
              <a:xfrm rot="10800000" flipH="1">
                <a:off x="807832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0"/>
              <p:cNvSpPr/>
              <p:nvPr/>
            </p:nvSpPr>
            <p:spPr>
              <a:xfrm rot="10800000" flipH="1">
                <a:off x="-90557" y="4298916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0"/>
              <p:cNvSpPr/>
              <p:nvPr/>
            </p:nvSpPr>
            <p:spPr>
              <a:xfrm rot="10800000" flipH="1">
                <a:off x="-689483" y="4298916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0"/>
              <p:cNvSpPr/>
              <p:nvPr/>
            </p:nvSpPr>
            <p:spPr>
              <a:xfrm rot="10800000" flipH="1">
                <a:off x="-1163824" y="406412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0"/>
              <p:cNvSpPr/>
              <p:nvPr/>
            </p:nvSpPr>
            <p:spPr>
              <a:xfrm rot="10800000" flipH="1">
                <a:off x="-1726822" y="3692808"/>
                <a:ext cx="226474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0"/>
              <p:cNvSpPr/>
              <p:nvPr/>
            </p:nvSpPr>
            <p:spPr>
              <a:xfrm rot="10800000" flipH="1">
                <a:off x="-1923263" y="3231679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0"/>
              <p:cNvSpPr/>
              <p:nvPr/>
            </p:nvSpPr>
            <p:spPr>
              <a:xfrm rot="10800000" flipH="1">
                <a:off x="1773314" y="4570868"/>
                <a:ext cx="147398" cy="128138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0"/>
              <p:cNvSpPr/>
              <p:nvPr/>
            </p:nvSpPr>
            <p:spPr>
              <a:xfrm rot="10800000" flipH="1">
                <a:off x="3306557" y="4667853"/>
                <a:ext cx="148551" cy="128234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0"/>
              <p:cNvSpPr/>
              <p:nvPr/>
            </p:nvSpPr>
            <p:spPr>
              <a:xfrm rot="10800000" flipH="1">
                <a:off x="-445112" y="4853561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0"/>
              <p:cNvSpPr/>
              <p:nvPr/>
            </p:nvSpPr>
            <p:spPr>
              <a:xfrm rot="10800000" flipH="1">
                <a:off x="-1571089" y="3060335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0"/>
              <p:cNvSpPr/>
              <p:nvPr/>
            </p:nvSpPr>
            <p:spPr>
              <a:xfrm rot="10800000" flipH="1">
                <a:off x="2849913" y="4877473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0"/>
              <p:cNvSpPr/>
              <p:nvPr/>
            </p:nvSpPr>
            <p:spPr>
              <a:xfrm rot="10800000" flipH="1">
                <a:off x="1931427" y="5014075"/>
                <a:ext cx="226455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0"/>
              <p:cNvSpPr/>
              <p:nvPr/>
            </p:nvSpPr>
            <p:spPr>
              <a:xfrm rot="10800000" flipH="1">
                <a:off x="445014" y="247409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0"/>
              <p:cNvSpPr/>
              <p:nvPr/>
            </p:nvSpPr>
            <p:spPr>
              <a:xfrm rot="10800000" flipH="1">
                <a:off x="-1058421" y="4537334"/>
                <a:ext cx="226474" cy="195213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0"/>
              <p:cNvSpPr/>
              <p:nvPr/>
            </p:nvSpPr>
            <p:spPr>
              <a:xfrm rot="10800000" flipH="1">
                <a:off x="-2028666" y="2305696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0"/>
              <p:cNvSpPr/>
              <p:nvPr/>
            </p:nvSpPr>
            <p:spPr>
              <a:xfrm rot="10800000" flipH="1">
                <a:off x="2354305" y="4677435"/>
                <a:ext cx="225226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0"/>
              <p:cNvSpPr/>
              <p:nvPr/>
            </p:nvSpPr>
            <p:spPr>
              <a:xfrm rot="10800000" flipH="1">
                <a:off x="1406758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0"/>
              <p:cNvSpPr/>
              <p:nvPr/>
            </p:nvSpPr>
            <p:spPr>
              <a:xfrm rot="10800000" flipH="1">
                <a:off x="-689483" y="1882896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0"/>
              <p:cNvSpPr/>
              <p:nvPr/>
            </p:nvSpPr>
            <p:spPr>
              <a:xfrm rot="10800000" flipH="1">
                <a:off x="-988946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0"/>
              <p:cNvSpPr/>
              <p:nvPr/>
            </p:nvSpPr>
            <p:spPr>
              <a:xfrm rot="10800000" flipH="1">
                <a:off x="-1288409" y="2227888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0"/>
              <p:cNvSpPr/>
              <p:nvPr/>
            </p:nvSpPr>
            <p:spPr>
              <a:xfrm rot="10800000" flipH="1">
                <a:off x="-1587872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0"/>
              <p:cNvSpPr/>
              <p:nvPr/>
            </p:nvSpPr>
            <p:spPr>
              <a:xfrm rot="10800000" flipH="1">
                <a:off x="208906" y="274650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0"/>
              <p:cNvSpPr/>
              <p:nvPr/>
            </p:nvSpPr>
            <p:spPr>
              <a:xfrm rot="10800000" flipH="1">
                <a:off x="-390020" y="3091482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0"/>
              <p:cNvSpPr/>
              <p:nvPr/>
            </p:nvSpPr>
            <p:spPr>
              <a:xfrm rot="10800000" flipH="1">
                <a:off x="508369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0"/>
              <p:cNvSpPr/>
              <p:nvPr/>
            </p:nvSpPr>
            <p:spPr>
              <a:xfrm rot="10800000" flipH="1">
                <a:off x="-1288409" y="3263978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0"/>
              <p:cNvSpPr/>
              <p:nvPr/>
            </p:nvSpPr>
            <p:spPr>
              <a:xfrm rot="10800000" flipH="1">
                <a:off x="-390020" y="378144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0"/>
              <p:cNvSpPr/>
              <p:nvPr/>
            </p:nvSpPr>
            <p:spPr>
              <a:xfrm rot="10800000" flipH="1">
                <a:off x="508369" y="3953924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0"/>
              <p:cNvSpPr/>
              <p:nvPr/>
            </p:nvSpPr>
            <p:spPr>
              <a:xfrm rot="10800000" flipH="1">
                <a:off x="208906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0"/>
              <p:cNvSpPr/>
              <p:nvPr/>
            </p:nvSpPr>
            <p:spPr>
              <a:xfrm rot="10800000" flipH="1">
                <a:off x="807832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0"/>
              <p:cNvSpPr/>
              <p:nvPr/>
            </p:nvSpPr>
            <p:spPr>
              <a:xfrm rot="10800000" flipH="1">
                <a:off x="-90557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0"/>
              <p:cNvSpPr/>
              <p:nvPr/>
            </p:nvSpPr>
            <p:spPr>
              <a:xfrm rot="10800000" flipH="1">
                <a:off x="-988946" y="2055392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0"/>
              <p:cNvSpPr/>
              <p:nvPr/>
            </p:nvSpPr>
            <p:spPr>
              <a:xfrm rot="10800000" flipH="1">
                <a:off x="-390020" y="2400365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0"/>
              <p:cNvSpPr/>
              <p:nvPr/>
            </p:nvSpPr>
            <p:spPr>
              <a:xfrm rot="10800000" flipH="1">
                <a:off x="-988946" y="2746509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0"/>
              <p:cNvSpPr/>
              <p:nvPr/>
            </p:nvSpPr>
            <p:spPr>
              <a:xfrm rot="10800000" flipH="1">
                <a:off x="-90557" y="2918986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0"/>
              <p:cNvSpPr/>
              <p:nvPr/>
            </p:nvSpPr>
            <p:spPr>
              <a:xfrm rot="10800000" flipH="1">
                <a:off x="-90557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0"/>
              <p:cNvSpPr/>
              <p:nvPr/>
            </p:nvSpPr>
            <p:spPr>
              <a:xfrm rot="10800000" flipH="1">
                <a:off x="508369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0"/>
              <p:cNvSpPr/>
              <p:nvPr/>
            </p:nvSpPr>
            <p:spPr>
              <a:xfrm rot="10800000" flipH="1">
                <a:off x="-689483" y="2227888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0"/>
              <p:cNvSpPr/>
              <p:nvPr/>
            </p:nvSpPr>
            <p:spPr>
              <a:xfrm rot="10800000" flipH="1">
                <a:off x="-390020" y="2746509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0"/>
              <p:cNvSpPr/>
              <p:nvPr/>
            </p:nvSpPr>
            <p:spPr>
              <a:xfrm rot="10800000" flipH="1">
                <a:off x="-1288409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0"/>
              <p:cNvSpPr/>
              <p:nvPr/>
            </p:nvSpPr>
            <p:spPr>
              <a:xfrm rot="10800000" flipH="1">
                <a:off x="208906" y="3091482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0"/>
              <p:cNvSpPr/>
              <p:nvPr/>
            </p:nvSpPr>
            <p:spPr>
              <a:xfrm rot="10800000" flipH="1">
                <a:off x="-689483" y="2918986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0"/>
              <p:cNvSpPr/>
              <p:nvPr/>
            </p:nvSpPr>
            <p:spPr>
              <a:xfrm rot="10800000" flipH="1">
                <a:off x="208906" y="3436455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0"/>
              <p:cNvSpPr/>
              <p:nvPr/>
            </p:nvSpPr>
            <p:spPr>
              <a:xfrm rot="10800000" flipH="1">
                <a:off x="-390020" y="3436455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0"/>
              <p:cNvSpPr/>
              <p:nvPr/>
            </p:nvSpPr>
            <p:spPr>
              <a:xfrm rot="10800000" flipH="1">
                <a:off x="-689483" y="3263978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0"/>
              <p:cNvSpPr/>
              <p:nvPr/>
            </p:nvSpPr>
            <p:spPr>
              <a:xfrm rot="10800000" flipH="1">
                <a:off x="-988946" y="3436455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0"/>
              <p:cNvSpPr/>
              <p:nvPr/>
            </p:nvSpPr>
            <p:spPr>
              <a:xfrm rot="10800000" flipH="1">
                <a:off x="508369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0"/>
              <p:cNvSpPr/>
              <p:nvPr/>
            </p:nvSpPr>
            <p:spPr>
              <a:xfrm rot="10800000" flipH="1">
                <a:off x="208906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0"/>
              <p:cNvSpPr/>
              <p:nvPr/>
            </p:nvSpPr>
            <p:spPr>
              <a:xfrm rot="10800000" flipH="1">
                <a:off x="-90557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0"/>
              <p:cNvSpPr/>
              <p:nvPr/>
            </p:nvSpPr>
            <p:spPr>
              <a:xfrm rot="10800000" flipH="1">
                <a:off x="208906" y="4126420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0"/>
              <p:cNvSpPr/>
              <p:nvPr/>
            </p:nvSpPr>
            <p:spPr>
              <a:xfrm rot="10800000" flipH="1">
                <a:off x="-390020" y="4126420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0"/>
              <p:cNvSpPr/>
              <p:nvPr/>
            </p:nvSpPr>
            <p:spPr>
              <a:xfrm rot="10800000" flipH="1">
                <a:off x="-689483" y="3953924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0"/>
              <p:cNvSpPr/>
              <p:nvPr/>
            </p:nvSpPr>
            <p:spPr>
              <a:xfrm rot="10800000" flipH="1">
                <a:off x="807832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0"/>
              <p:cNvSpPr/>
              <p:nvPr/>
            </p:nvSpPr>
            <p:spPr>
              <a:xfrm rot="10800000" flipH="1">
                <a:off x="1107295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0"/>
              <p:cNvSpPr/>
              <p:nvPr/>
            </p:nvSpPr>
            <p:spPr>
              <a:xfrm rot="10800000" flipH="1">
                <a:off x="508369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25" name="Google Shape;1625;p30"/>
            <p:cNvGrpSpPr/>
            <p:nvPr/>
          </p:nvGrpSpPr>
          <p:grpSpPr>
            <a:xfrm>
              <a:off x="7225437" y="-396704"/>
              <a:ext cx="5803371" cy="3423479"/>
              <a:chOff x="-2348263" y="1882896"/>
              <a:chExt cx="5803371" cy="3423479"/>
            </a:xfrm>
          </p:grpSpPr>
          <p:sp>
            <p:nvSpPr>
              <p:cNvPr id="1626" name="Google Shape;1626;p30"/>
              <p:cNvSpPr/>
              <p:nvPr/>
            </p:nvSpPr>
            <p:spPr>
              <a:xfrm rot="10800000" flipH="1">
                <a:off x="-1288409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0"/>
              <p:cNvSpPr/>
              <p:nvPr/>
            </p:nvSpPr>
            <p:spPr>
              <a:xfrm rot="10800000" flipH="1">
                <a:off x="-1887335" y="1882896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0"/>
              <p:cNvSpPr/>
              <p:nvPr/>
            </p:nvSpPr>
            <p:spPr>
              <a:xfrm rot="10800000" flipH="1">
                <a:off x="-1887335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0"/>
              <p:cNvSpPr/>
              <p:nvPr/>
            </p:nvSpPr>
            <p:spPr>
              <a:xfrm rot="10800000" flipH="1">
                <a:off x="-1288409" y="2918986"/>
                <a:ext cx="365424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0"/>
              <p:cNvSpPr/>
              <p:nvPr/>
            </p:nvSpPr>
            <p:spPr>
              <a:xfrm rot="10800000" flipH="1">
                <a:off x="-90557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0"/>
              <p:cNvSpPr/>
              <p:nvPr/>
            </p:nvSpPr>
            <p:spPr>
              <a:xfrm rot="10800000" flipH="1">
                <a:off x="807832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0"/>
              <p:cNvSpPr/>
              <p:nvPr/>
            </p:nvSpPr>
            <p:spPr>
              <a:xfrm rot="10800000" flipH="1">
                <a:off x="-90557" y="4298916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0"/>
              <p:cNvSpPr/>
              <p:nvPr/>
            </p:nvSpPr>
            <p:spPr>
              <a:xfrm rot="10800000" flipH="1">
                <a:off x="-689483" y="4298916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0"/>
              <p:cNvSpPr/>
              <p:nvPr/>
            </p:nvSpPr>
            <p:spPr>
              <a:xfrm rot="10800000" flipH="1">
                <a:off x="-1025599" y="3961114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0"/>
              <p:cNvSpPr/>
              <p:nvPr/>
            </p:nvSpPr>
            <p:spPr>
              <a:xfrm rot="10800000" flipH="1">
                <a:off x="-2199722" y="2501008"/>
                <a:ext cx="226474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0"/>
              <p:cNvSpPr/>
              <p:nvPr/>
            </p:nvSpPr>
            <p:spPr>
              <a:xfrm rot="10800000" flipH="1">
                <a:off x="-2348263" y="2717779"/>
                <a:ext cx="148551" cy="129386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738" extrusionOk="0">
                    <a:moveTo>
                      <a:pt x="1937" y="1"/>
                    </a:moveTo>
                    <a:lnTo>
                      <a:pt x="0" y="3369"/>
                    </a:lnTo>
                    <a:lnTo>
                      <a:pt x="1937" y="6738"/>
                    </a:lnTo>
                    <a:lnTo>
                      <a:pt x="5804" y="6738"/>
                    </a:lnTo>
                    <a:lnTo>
                      <a:pt x="7736" y="336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0"/>
              <p:cNvSpPr/>
              <p:nvPr/>
            </p:nvSpPr>
            <p:spPr>
              <a:xfrm rot="10800000" flipH="1">
                <a:off x="1773314" y="4570868"/>
                <a:ext cx="147398" cy="128138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0"/>
              <p:cNvSpPr/>
              <p:nvPr/>
            </p:nvSpPr>
            <p:spPr>
              <a:xfrm rot="10800000" flipH="1">
                <a:off x="3306557" y="4667853"/>
                <a:ext cx="148551" cy="128234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0"/>
              <p:cNvSpPr/>
              <p:nvPr/>
            </p:nvSpPr>
            <p:spPr>
              <a:xfrm rot="10800000" flipH="1">
                <a:off x="-445112" y="4853561"/>
                <a:ext cx="225207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0"/>
              <p:cNvSpPr/>
              <p:nvPr/>
            </p:nvSpPr>
            <p:spPr>
              <a:xfrm rot="10800000" flipH="1">
                <a:off x="-1571089" y="3060335"/>
                <a:ext cx="225207" cy="194080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07" extrusionOk="0">
                    <a:moveTo>
                      <a:pt x="2934" y="1"/>
                    </a:moveTo>
                    <a:lnTo>
                      <a:pt x="0" y="5051"/>
                    </a:lnTo>
                    <a:lnTo>
                      <a:pt x="2934" y="10106"/>
                    </a:lnTo>
                    <a:lnTo>
                      <a:pt x="8798" y="1010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0"/>
              <p:cNvSpPr/>
              <p:nvPr/>
            </p:nvSpPr>
            <p:spPr>
              <a:xfrm rot="10800000" flipH="1">
                <a:off x="2849913" y="4877473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0"/>
              <p:cNvSpPr/>
              <p:nvPr/>
            </p:nvSpPr>
            <p:spPr>
              <a:xfrm rot="10800000" flipH="1">
                <a:off x="1931427" y="5014075"/>
                <a:ext cx="226455" cy="195232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0"/>
              <p:cNvSpPr/>
              <p:nvPr/>
            </p:nvSpPr>
            <p:spPr>
              <a:xfrm rot="10800000" flipH="1">
                <a:off x="445014" y="2474097"/>
                <a:ext cx="225207" cy="195328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0"/>
              <p:cNvSpPr/>
              <p:nvPr/>
            </p:nvSpPr>
            <p:spPr>
              <a:xfrm rot="10800000" flipH="1">
                <a:off x="-1026234" y="4472659"/>
                <a:ext cx="226474" cy="195213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0"/>
              <p:cNvSpPr/>
              <p:nvPr/>
            </p:nvSpPr>
            <p:spPr>
              <a:xfrm rot="10800000" flipH="1">
                <a:off x="-2028666" y="2305696"/>
                <a:ext cx="225207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0"/>
              <p:cNvSpPr/>
              <p:nvPr/>
            </p:nvSpPr>
            <p:spPr>
              <a:xfrm rot="10800000" flipH="1">
                <a:off x="2354305" y="4677435"/>
                <a:ext cx="225226" cy="19530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0"/>
              <p:cNvSpPr/>
              <p:nvPr/>
            </p:nvSpPr>
            <p:spPr>
              <a:xfrm rot="10800000" flipH="1">
                <a:off x="1406758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0"/>
              <p:cNvSpPr/>
              <p:nvPr/>
            </p:nvSpPr>
            <p:spPr>
              <a:xfrm rot="10800000" flipH="1">
                <a:off x="-689483" y="1882896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0"/>
              <p:cNvSpPr/>
              <p:nvPr/>
            </p:nvSpPr>
            <p:spPr>
              <a:xfrm rot="10800000" flipH="1">
                <a:off x="-988946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0"/>
              <p:cNvSpPr/>
              <p:nvPr/>
            </p:nvSpPr>
            <p:spPr>
              <a:xfrm rot="10800000" flipH="1">
                <a:off x="-1288409" y="2227888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0"/>
              <p:cNvSpPr/>
              <p:nvPr/>
            </p:nvSpPr>
            <p:spPr>
              <a:xfrm rot="10800000" flipH="1">
                <a:off x="-1587872" y="2400365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0"/>
              <p:cNvSpPr/>
              <p:nvPr/>
            </p:nvSpPr>
            <p:spPr>
              <a:xfrm rot="10800000" flipH="1">
                <a:off x="208906" y="274650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0"/>
              <p:cNvSpPr/>
              <p:nvPr/>
            </p:nvSpPr>
            <p:spPr>
              <a:xfrm rot="10800000" flipH="1">
                <a:off x="-390020" y="3091482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0"/>
              <p:cNvSpPr/>
              <p:nvPr/>
            </p:nvSpPr>
            <p:spPr>
              <a:xfrm rot="10800000" flipH="1">
                <a:off x="508369" y="3263978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0"/>
              <p:cNvSpPr/>
              <p:nvPr/>
            </p:nvSpPr>
            <p:spPr>
              <a:xfrm rot="10800000" flipH="1">
                <a:off x="-1288409" y="3263978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0"/>
              <p:cNvSpPr/>
              <p:nvPr/>
            </p:nvSpPr>
            <p:spPr>
              <a:xfrm rot="10800000" flipH="1">
                <a:off x="-390020" y="3781447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0"/>
              <p:cNvSpPr/>
              <p:nvPr/>
            </p:nvSpPr>
            <p:spPr>
              <a:xfrm rot="10800000" flipH="1">
                <a:off x="508369" y="3953924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0"/>
              <p:cNvSpPr/>
              <p:nvPr/>
            </p:nvSpPr>
            <p:spPr>
              <a:xfrm rot="10800000" flipH="1">
                <a:off x="208906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0"/>
              <p:cNvSpPr/>
              <p:nvPr/>
            </p:nvSpPr>
            <p:spPr>
              <a:xfrm rot="10800000" flipH="1">
                <a:off x="807832" y="4816385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0"/>
              <p:cNvSpPr/>
              <p:nvPr/>
            </p:nvSpPr>
            <p:spPr>
              <a:xfrm rot="10800000" flipH="1">
                <a:off x="-90557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8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0"/>
              <p:cNvSpPr/>
              <p:nvPr/>
            </p:nvSpPr>
            <p:spPr>
              <a:xfrm rot="10800000" flipH="1">
                <a:off x="-988946" y="2055392"/>
                <a:ext cx="365424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0"/>
              <p:cNvSpPr/>
              <p:nvPr/>
            </p:nvSpPr>
            <p:spPr>
              <a:xfrm rot="10800000" flipH="1">
                <a:off x="-390020" y="2400365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0"/>
              <p:cNvSpPr/>
              <p:nvPr/>
            </p:nvSpPr>
            <p:spPr>
              <a:xfrm rot="10800000" flipH="1">
                <a:off x="-988946" y="2746509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0"/>
              <p:cNvSpPr/>
              <p:nvPr/>
            </p:nvSpPr>
            <p:spPr>
              <a:xfrm rot="10800000" flipH="1">
                <a:off x="-90557" y="2918986"/>
                <a:ext cx="366557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0"/>
              <p:cNvSpPr/>
              <p:nvPr/>
            </p:nvSpPr>
            <p:spPr>
              <a:xfrm rot="10800000" flipH="1">
                <a:off x="-90557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0"/>
              <p:cNvSpPr/>
              <p:nvPr/>
            </p:nvSpPr>
            <p:spPr>
              <a:xfrm rot="10800000" flipH="1">
                <a:off x="508369" y="4990129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0"/>
              <p:cNvSpPr/>
              <p:nvPr/>
            </p:nvSpPr>
            <p:spPr>
              <a:xfrm rot="10800000" flipH="1">
                <a:off x="-689483" y="2227888"/>
                <a:ext cx="366576" cy="31739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0"/>
              <p:cNvSpPr/>
              <p:nvPr/>
            </p:nvSpPr>
            <p:spPr>
              <a:xfrm rot="10800000" flipH="1">
                <a:off x="-390020" y="2746509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0"/>
              <p:cNvSpPr/>
              <p:nvPr/>
            </p:nvSpPr>
            <p:spPr>
              <a:xfrm rot="10800000" flipH="1">
                <a:off x="-1288409" y="2574013"/>
                <a:ext cx="365424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0"/>
              <p:cNvSpPr/>
              <p:nvPr/>
            </p:nvSpPr>
            <p:spPr>
              <a:xfrm rot="10800000" flipH="1">
                <a:off x="208906" y="3091482"/>
                <a:ext cx="366557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0"/>
              <p:cNvSpPr/>
              <p:nvPr/>
            </p:nvSpPr>
            <p:spPr>
              <a:xfrm rot="10800000" flipH="1">
                <a:off x="-689483" y="2918986"/>
                <a:ext cx="366576" cy="316265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70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0"/>
              <p:cNvSpPr/>
              <p:nvPr/>
            </p:nvSpPr>
            <p:spPr>
              <a:xfrm rot="10800000" flipH="1">
                <a:off x="208906" y="3436455"/>
                <a:ext cx="366557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0"/>
              <p:cNvSpPr/>
              <p:nvPr/>
            </p:nvSpPr>
            <p:spPr>
              <a:xfrm rot="10800000" flipH="1">
                <a:off x="-390020" y="3436455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0"/>
              <p:cNvSpPr/>
              <p:nvPr/>
            </p:nvSpPr>
            <p:spPr>
              <a:xfrm rot="10800000" flipH="1">
                <a:off x="-689483" y="3263978"/>
                <a:ext cx="366576" cy="31624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0"/>
              <p:cNvSpPr/>
              <p:nvPr/>
            </p:nvSpPr>
            <p:spPr>
              <a:xfrm rot="10800000" flipH="1">
                <a:off x="-988946" y="3436455"/>
                <a:ext cx="365424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0"/>
              <p:cNvSpPr/>
              <p:nvPr/>
            </p:nvSpPr>
            <p:spPr>
              <a:xfrm rot="10800000" flipH="1">
                <a:off x="508369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0"/>
              <p:cNvSpPr/>
              <p:nvPr/>
            </p:nvSpPr>
            <p:spPr>
              <a:xfrm rot="10800000" flipH="1">
                <a:off x="208906" y="3781447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0"/>
              <p:cNvSpPr/>
              <p:nvPr/>
            </p:nvSpPr>
            <p:spPr>
              <a:xfrm rot="10800000" flipH="1">
                <a:off x="-90557" y="3608951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0"/>
              <p:cNvSpPr/>
              <p:nvPr/>
            </p:nvSpPr>
            <p:spPr>
              <a:xfrm rot="10800000" flipH="1">
                <a:off x="208906" y="4126420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0"/>
              <p:cNvSpPr/>
              <p:nvPr/>
            </p:nvSpPr>
            <p:spPr>
              <a:xfrm rot="10800000" flipH="1">
                <a:off x="-390020" y="4126420"/>
                <a:ext cx="366576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0"/>
              <p:cNvSpPr/>
              <p:nvPr/>
            </p:nvSpPr>
            <p:spPr>
              <a:xfrm rot="10800000" flipH="1">
                <a:off x="-689483" y="3953924"/>
                <a:ext cx="366576" cy="317513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0"/>
              <p:cNvSpPr/>
              <p:nvPr/>
            </p:nvSpPr>
            <p:spPr>
              <a:xfrm rot="10800000" flipH="1">
                <a:off x="807832" y="4471412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0"/>
              <p:cNvSpPr/>
              <p:nvPr/>
            </p:nvSpPr>
            <p:spPr>
              <a:xfrm rot="10800000" flipH="1">
                <a:off x="1107295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0"/>
              <p:cNvSpPr/>
              <p:nvPr/>
            </p:nvSpPr>
            <p:spPr>
              <a:xfrm rot="10800000" flipH="1">
                <a:off x="508369" y="4643889"/>
                <a:ext cx="366557" cy="31749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5" name="Google Shape;1685;p30"/>
            <p:cNvGrpSpPr/>
            <p:nvPr/>
          </p:nvGrpSpPr>
          <p:grpSpPr>
            <a:xfrm>
              <a:off x="0" y="0"/>
              <a:ext cx="2525467" cy="1155154"/>
              <a:chOff x="0" y="0"/>
              <a:chExt cx="2525467" cy="1155154"/>
            </a:xfrm>
          </p:grpSpPr>
          <p:sp>
            <p:nvSpPr>
              <p:cNvPr id="1686" name="Google Shape;1686;p30"/>
              <p:cNvSpPr/>
              <p:nvPr/>
            </p:nvSpPr>
            <p:spPr>
              <a:xfrm>
                <a:off x="1119084" y="0"/>
                <a:ext cx="306347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0"/>
              <p:cNvSpPr/>
              <p:nvPr/>
            </p:nvSpPr>
            <p:spPr>
              <a:xfrm>
                <a:off x="118102" y="576567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0"/>
              <p:cNvSpPr/>
              <p:nvPr/>
            </p:nvSpPr>
            <p:spPr>
              <a:xfrm>
                <a:off x="1619574" y="288276"/>
                <a:ext cx="306331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0"/>
              <p:cNvSpPr/>
              <p:nvPr/>
            </p:nvSpPr>
            <p:spPr>
              <a:xfrm>
                <a:off x="118102" y="0"/>
                <a:ext cx="305384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0"/>
              <p:cNvSpPr/>
              <p:nvPr/>
            </p:nvSpPr>
            <p:spPr>
              <a:xfrm>
                <a:off x="426923" y="992015"/>
                <a:ext cx="188221" cy="163139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0"/>
              <p:cNvSpPr/>
              <p:nvPr/>
            </p:nvSpPr>
            <p:spPr>
              <a:xfrm>
                <a:off x="1925893" y="69992"/>
                <a:ext cx="188205" cy="16323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0"/>
              <p:cNvSpPr/>
              <p:nvPr/>
            </p:nvSpPr>
            <p:spPr>
              <a:xfrm>
                <a:off x="2337262" y="246166"/>
                <a:ext cx="188205" cy="16323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0"/>
              <p:cNvSpPr/>
              <p:nvPr/>
            </p:nvSpPr>
            <p:spPr>
              <a:xfrm>
                <a:off x="0" y="325279"/>
                <a:ext cx="188205" cy="16321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4" y="0"/>
                    </a:moveTo>
                    <a:lnTo>
                      <a:pt x="0" y="5115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115"/>
                    </a:lnTo>
                    <a:lnTo>
                      <a:pt x="8798" y="0"/>
                    </a:lnTo>
                    <a:close/>
                  </a:path>
                </a:pathLst>
              </a:custGeom>
              <a:solidFill>
                <a:srgbClr val="F8F8F8">
                  <a:alpha val="9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0"/>
              <p:cNvSpPr/>
              <p:nvPr/>
            </p:nvSpPr>
            <p:spPr>
              <a:xfrm>
                <a:off x="1119084" y="576567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0"/>
              <p:cNvSpPr/>
              <p:nvPr/>
            </p:nvSpPr>
            <p:spPr>
              <a:xfrm>
                <a:off x="868838" y="14414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0"/>
              <p:cNvSpPr/>
              <p:nvPr/>
            </p:nvSpPr>
            <p:spPr>
              <a:xfrm>
                <a:off x="618593" y="28827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0"/>
              <p:cNvSpPr/>
              <p:nvPr/>
            </p:nvSpPr>
            <p:spPr>
              <a:xfrm>
                <a:off x="368348" y="144146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2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2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0"/>
              <p:cNvSpPr/>
              <p:nvPr/>
            </p:nvSpPr>
            <p:spPr>
              <a:xfrm>
                <a:off x="868838" y="432421"/>
                <a:ext cx="305384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2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0"/>
              <p:cNvSpPr/>
              <p:nvPr/>
            </p:nvSpPr>
            <p:spPr>
              <a:xfrm>
                <a:off x="1369329" y="144146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0"/>
              <p:cNvSpPr/>
              <p:nvPr/>
            </p:nvSpPr>
            <p:spPr>
              <a:xfrm>
                <a:off x="1119084" y="288276"/>
                <a:ext cx="306347" cy="26524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2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529"/>
                    </a:lnTo>
                    <a:lnTo>
                      <a:pt x="14288" y="1652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0"/>
              <p:cNvSpPr/>
              <p:nvPr/>
            </p:nvSpPr>
            <p:spPr>
              <a:xfrm>
                <a:off x="618593" y="0"/>
                <a:ext cx="305384" cy="264286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702" name="Google Shape;17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385112">
            <a:off x="7989686" y="3472688"/>
            <a:ext cx="1587078" cy="1587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4" name="Google Shape;1704;p31"/>
          <p:cNvGrpSpPr/>
          <p:nvPr/>
        </p:nvGrpSpPr>
        <p:grpSpPr>
          <a:xfrm rot="10800000" flipH="1">
            <a:off x="-124215" y="-129050"/>
            <a:ext cx="9603607" cy="5473391"/>
            <a:chOff x="-124215" y="-357650"/>
            <a:chExt cx="9603607" cy="5473391"/>
          </a:xfrm>
        </p:grpSpPr>
        <p:grpSp>
          <p:nvGrpSpPr>
            <p:cNvPr id="1705" name="Google Shape;1705;p31"/>
            <p:cNvGrpSpPr/>
            <p:nvPr/>
          </p:nvGrpSpPr>
          <p:grpSpPr>
            <a:xfrm flipH="1">
              <a:off x="8000600" y="1111253"/>
              <a:ext cx="1478792" cy="4004488"/>
              <a:chOff x="-206225" y="1111253"/>
              <a:chExt cx="1478792" cy="4004488"/>
            </a:xfrm>
          </p:grpSpPr>
          <p:sp>
            <p:nvSpPr>
              <p:cNvPr id="1706" name="Google Shape;1706;p31"/>
              <p:cNvSpPr/>
              <p:nvPr/>
            </p:nvSpPr>
            <p:spPr>
              <a:xfrm rot="-5400000">
                <a:off x="509098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1"/>
              <p:cNvSpPr/>
              <p:nvPr/>
            </p:nvSpPr>
            <p:spPr>
              <a:xfrm rot="-5400000">
                <a:off x="509090" y="4418819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5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1"/>
              <p:cNvSpPr/>
              <p:nvPr/>
            </p:nvSpPr>
            <p:spPr>
              <a:xfrm rot="-5400000">
                <a:off x="822018" y="4936243"/>
                <a:ext cx="192251" cy="16674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1"/>
              <p:cNvSpPr/>
              <p:nvPr/>
            </p:nvSpPr>
            <p:spPr>
              <a:xfrm rot="-5400000">
                <a:off x="527393" y="2616568"/>
                <a:ext cx="125829" cy="109387"/>
              </a:xfrm>
              <a:custGeom>
                <a:avLst/>
                <a:gdLst/>
                <a:ahLst/>
                <a:cxnLst/>
                <a:rect l="l" t="t" r="r" b="b"/>
                <a:pathLst>
                  <a:path w="7676" h="6673" extrusionOk="0">
                    <a:moveTo>
                      <a:pt x="1872" y="1"/>
                    </a:moveTo>
                    <a:lnTo>
                      <a:pt x="0" y="3369"/>
                    </a:lnTo>
                    <a:lnTo>
                      <a:pt x="1872" y="6673"/>
                    </a:lnTo>
                    <a:lnTo>
                      <a:pt x="5739" y="6673"/>
                    </a:lnTo>
                    <a:lnTo>
                      <a:pt x="7675" y="3369"/>
                    </a:lnTo>
                    <a:lnTo>
                      <a:pt x="5739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1"/>
              <p:cNvSpPr/>
              <p:nvPr/>
            </p:nvSpPr>
            <p:spPr>
              <a:xfrm rot="-5400000">
                <a:off x="526915" y="1119924"/>
                <a:ext cx="126812" cy="109469"/>
              </a:xfrm>
              <a:custGeom>
                <a:avLst/>
                <a:gdLst/>
                <a:ahLst/>
                <a:cxnLst/>
                <a:rect l="l" t="t" r="r" b="b"/>
                <a:pathLst>
                  <a:path w="7736" h="6678" extrusionOk="0">
                    <a:moveTo>
                      <a:pt x="1937" y="1"/>
                    </a:moveTo>
                    <a:lnTo>
                      <a:pt x="0" y="3309"/>
                    </a:lnTo>
                    <a:lnTo>
                      <a:pt x="1937" y="6678"/>
                    </a:lnTo>
                    <a:lnTo>
                      <a:pt x="5804" y="6678"/>
                    </a:lnTo>
                    <a:lnTo>
                      <a:pt x="7735" y="3309"/>
                    </a:lnTo>
                    <a:lnTo>
                      <a:pt x="58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1"/>
              <p:cNvSpPr/>
              <p:nvPr/>
            </p:nvSpPr>
            <p:spPr>
              <a:xfrm rot="-5400000">
                <a:off x="81055" y="1560616"/>
                <a:ext cx="126829" cy="109486"/>
              </a:xfrm>
              <a:custGeom>
                <a:avLst/>
                <a:gdLst/>
                <a:ahLst/>
                <a:cxnLst/>
                <a:rect l="l" t="t" r="r" b="b"/>
                <a:pathLst>
                  <a:path w="7737" h="6679" extrusionOk="0">
                    <a:moveTo>
                      <a:pt x="1932" y="1"/>
                    </a:moveTo>
                    <a:lnTo>
                      <a:pt x="1" y="3369"/>
                    </a:lnTo>
                    <a:lnTo>
                      <a:pt x="1932" y="6678"/>
                    </a:lnTo>
                    <a:lnTo>
                      <a:pt x="5800" y="6678"/>
                    </a:lnTo>
                    <a:lnTo>
                      <a:pt x="7736" y="3369"/>
                    </a:lnTo>
                    <a:lnTo>
                      <a:pt x="5800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1"/>
              <p:cNvSpPr/>
              <p:nvPr/>
            </p:nvSpPr>
            <p:spPr>
              <a:xfrm rot="-5400000">
                <a:off x="148121" y="4322728"/>
                <a:ext cx="192251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5" y="1"/>
                    </a:moveTo>
                    <a:lnTo>
                      <a:pt x="0" y="5051"/>
                    </a:lnTo>
                    <a:lnTo>
                      <a:pt x="2935" y="10166"/>
                    </a:lnTo>
                    <a:lnTo>
                      <a:pt x="8798" y="10166"/>
                    </a:lnTo>
                    <a:lnTo>
                      <a:pt x="11728" y="5051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1"/>
              <p:cNvSpPr/>
              <p:nvPr/>
            </p:nvSpPr>
            <p:spPr>
              <a:xfrm rot="-5400000">
                <a:off x="169496" y="2232008"/>
                <a:ext cx="193317" cy="166663"/>
              </a:xfrm>
              <a:custGeom>
                <a:avLst/>
                <a:gdLst/>
                <a:ahLst/>
                <a:cxnLst/>
                <a:rect l="l" t="t" r="r" b="b"/>
                <a:pathLst>
                  <a:path w="11793" h="10167" extrusionOk="0">
                    <a:moveTo>
                      <a:pt x="2934" y="1"/>
                    </a:moveTo>
                    <a:lnTo>
                      <a:pt x="0" y="5116"/>
                    </a:lnTo>
                    <a:lnTo>
                      <a:pt x="2934" y="10166"/>
                    </a:lnTo>
                    <a:lnTo>
                      <a:pt x="8798" y="10166"/>
                    </a:lnTo>
                    <a:lnTo>
                      <a:pt x="11792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1"/>
              <p:cNvSpPr/>
              <p:nvPr/>
            </p:nvSpPr>
            <p:spPr>
              <a:xfrm rot="-5400000">
                <a:off x="417550" y="4845770"/>
                <a:ext cx="193333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66" extrusionOk="0">
                    <a:moveTo>
                      <a:pt x="2935" y="0"/>
                    </a:moveTo>
                    <a:lnTo>
                      <a:pt x="1" y="5115"/>
                    </a:lnTo>
                    <a:lnTo>
                      <a:pt x="2935" y="10166"/>
                    </a:lnTo>
                    <a:lnTo>
                      <a:pt x="8799" y="10166"/>
                    </a:lnTo>
                    <a:lnTo>
                      <a:pt x="11793" y="5115"/>
                    </a:lnTo>
                    <a:lnTo>
                      <a:pt x="8799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1"/>
              <p:cNvSpPr/>
              <p:nvPr/>
            </p:nvSpPr>
            <p:spPr>
              <a:xfrm rot="-5400000">
                <a:off x="48332" y="4723592"/>
                <a:ext cx="192251" cy="166646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6" extrusionOk="0">
                    <a:moveTo>
                      <a:pt x="2930" y="0"/>
                    </a:moveTo>
                    <a:lnTo>
                      <a:pt x="0" y="5050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0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1"/>
              <p:cNvSpPr/>
              <p:nvPr/>
            </p:nvSpPr>
            <p:spPr>
              <a:xfrm rot="-5400000">
                <a:off x="457375" y="1871494"/>
                <a:ext cx="192268" cy="166728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71" extrusionOk="0">
                    <a:moveTo>
                      <a:pt x="2930" y="0"/>
                    </a:moveTo>
                    <a:lnTo>
                      <a:pt x="1" y="5055"/>
                    </a:lnTo>
                    <a:lnTo>
                      <a:pt x="2930" y="10171"/>
                    </a:lnTo>
                    <a:lnTo>
                      <a:pt x="8794" y="10171"/>
                    </a:lnTo>
                    <a:lnTo>
                      <a:pt x="11728" y="505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1"/>
              <p:cNvSpPr/>
              <p:nvPr/>
            </p:nvSpPr>
            <p:spPr>
              <a:xfrm rot="-5400000">
                <a:off x="67336" y="2629290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1"/>
              <p:cNvSpPr/>
              <p:nvPr/>
            </p:nvSpPr>
            <p:spPr>
              <a:xfrm rot="-5400000">
                <a:off x="-227699" y="3652415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288" y="1646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1"/>
              <p:cNvSpPr/>
              <p:nvPr/>
            </p:nvSpPr>
            <p:spPr>
              <a:xfrm rot="-5400000">
                <a:off x="980584" y="4671401"/>
                <a:ext cx="312916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1"/>
              <p:cNvSpPr/>
              <p:nvPr/>
            </p:nvSpPr>
            <p:spPr>
              <a:xfrm rot="-5400000">
                <a:off x="361839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1"/>
              <p:cNvSpPr/>
              <p:nvPr/>
            </p:nvSpPr>
            <p:spPr>
              <a:xfrm rot="-5400000">
                <a:off x="67336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1"/>
              <p:cNvSpPr/>
              <p:nvPr/>
            </p:nvSpPr>
            <p:spPr>
              <a:xfrm rot="-5400000">
                <a:off x="-80456" y="3908064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1"/>
              <p:cNvSpPr/>
              <p:nvPr/>
            </p:nvSpPr>
            <p:spPr>
              <a:xfrm rot="-5400000">
                <a:off x="214596" y="3907531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1"/>
              <p:cNvSpPr/>
              <p:nvPr/>
            </p:nvSpPr>
            <p:spPr>
              <a:xfrm rot="-5400000">
                <a:off x="-80456" y="3396767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1"/>
              <p:cNvSpPr/>
              <p:nvPr/>
            </p:nvSpPr>
            <p:spPr>
              <a:xfrm rot="-5400000">
                <a:off x="656358" y="3651883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1"/>
              <p:cNvSpPr/>
              <p:nvPr/>
            </p:nvSpPr>
            <p:spPr>
              <a:xfrm rot="-5400000">
                <a:off x="656349" y="4163171"/>
                <a:ext cx="312933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1"/>
              <p:cNvSpPr/>
              <p:nvPr/>
            </p:nvSpPr>
            <p:spPr>
              <a:xfrm rot="-5400000">
                <a:off x="803601" y="4418811"/>
                <a:ext cx="312933" cy="271050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1"/>
              <p:cNvSpPr/>
              <p:nvPr/>
            </p:nvSpPr>
            <p:spPr>
              <a:xfrm rot="-5400000">
                <a:off x="361839" y="3140586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1"/>
              <p:cNvSpPr/>
              <p:nvPr/>
            </p:nvSpPr>
            <p:spPr>
              <a:xfrm rot="-5400000">
                <a:off x="214596" y="2884938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348" y="16533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1"/>
              <p:cNvSpPr/>
              <p:nvPr/>
            </p:nvSpPr>
            <p:spPr>
              <a:xfrm rot="-5400000">
                <a:off x="214596" y="3396234"/>
                <a:ext cx="312916" cy="271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1"/>
              <p:cNvSpPr/>
              <p:nvPr/>
            </p:nvSpPr>
            <p:spPr>
              <a:xfrm rot="-5400000">
                <a:off x="-227699" y="3141119"/>
                <a:ext cx="312916" cy="2699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8"/>
                    </a:lnTo>
                    <a:lnTo>
                      <a:pt x="14348" y="16468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31"/>
            <p:cNvGrpSpPr/>
            <p:nvPr/>
          </p:nvGrpSpPr>
          <p:grpSpPr>
            <a:xfrm>
              <a:off x="-124215" y="32626"/>
              <a:ext cx="1207390" cy="1867482"/>
              <a:chOff x="-124215" y="32626"/>
              <a:chExt cx="1207390" cy="1867482"/>
            </a:xfrm>
          </p:grpSpPr>
          <p:sp>
            <p:nvSpPr>
              <p:cNvPr id="1733" name="Google Shape;1733;p31"/>
              <p:cNvSpPr/>
              <p:nvPr/>
            </p:nvSpPr>
            <p:spPr>
              <a:xfrm>
                <a:off x="338030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1"/>
              <p:cNvSpPr/>
              <p:nvPr/>
            </p:nvSpPr>
            <p:spPr>
              <a:xfrm>
                <a:off x="800276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1"/>
              <p:cNvSpPr/>
              <p:nvPr/>
            </p:nvSpPr>
            <p:spPr>
              <a:xfrm>
                <a:off x="338030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4"/>
                    </a:lnTo>
                    <a:lnTo>
                      <a:pt x="14348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1"/>
              <p:cNvSpPr/>
              <p:nvPr/>
            </p:nvSpPr>
            <p:spPr>
              <a:xfrm>
                <a:off x="338030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1"/>
              <p:cNvSpPr/>
              <p:nvPr/>
            </p:nvSpPr>
            <p:spPr>
              <a:xfrm>
                <a:off x="76437" y="1749448"/>
                <a:ext cx="173824" cy="150660"/>
              </a:xfrm>
              <a:custGeom>
                <a:avLst/>
                <a:gdLst/>
                <a:ahLst/>
                <a:cxnLst/>
                <a:rect l="l" t="t" r="r" b="b"/>
                <a:pathLst>
                  <a:path w="11729" h="10166" extrusionOk="0">
                    <a:moveTo>
                      <a:pt x="2930" y="0"/>
                    </a:moveTo>
                    <a:lnTo>
                      <a:pt x="1" y="5115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115"/>
                    </a:lnTo>
                    <a:lnTo>
                      <a:pt x="8794" y="0"/>
                    </a:lnTo>
                    <a:close/>
                  </a:path>
                </a:pathLst>
              </a:custGeom>
              <a:solidFill>
                <a:srgbClr val="FFFFFF">
                  <a:alpha val="6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1"/>
              <p:cNvSpPr/>
              <p:nvPr/>
            </p:nvSpPr>
            <p:spPr>
              <a:xfrm>
                <a:off x="255792" y="1411959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0" y="1"/>
                    </a:moveTo>
                    <a:lnTo>
                      <a:pt x="0" y="5056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056"/>
                    </a:lnTo>
                    <a:lnTo>
                      <a:pt x="8793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1"/>
              <p:cNvSpPr/>
              <p:nvPr/>
            </p:nvSpPr>
            <p:spPr>
              <a:xfrm>
                <a:off x="635726" y="1574672"/>
                <a:ext cx="173809" cy="150749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4" y="1"/>
                    </a:moveTo>
                    <a:lnTo>
                      <a:pt x="0" y="5056"/>
                    </a:lnTo>
                    <a:lnTo>
                      <a:pt x="2934" y="10171"/>
                    </a:lnTo>
                    <a:lnTo>
                      <a:pt x="8798" y="10171"/>
                    </a:lnTo>
                    <a:lnTo>
                      <a:pt x="11727" y="505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1"/>
              <p:cNvSpPr/>
              <p:nvPr/>
            </p:nvSpPr>
            <p:spPr>
              <a:xfrm>
                <a:off x="662566" y="1098597"/>
                <a:ext cx="173809" cy="150675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67" extrusionOk="0">
                    <a:moveTo>
                      <a:pt x="2930" y="1"/>
                    </a:moveTo>
                    <a:lnTo>
                      <a:pt x="1" y="5051"/>
                    </a:lnTo>
                    <a:lnTo>
                      <a:pt x="2930" y="10166"/>
                    </a:lnTo>
                    <a:lnTo>
                      <a:pt x="8794" y="10166"/>
                    </a:lnTo>
                    <a:lnTo>
                      <a:pt x="11728" y="5051"/>
                    </a:lnTo>
                    <a:lnTo>
                      <a:pt x="8794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1"/>
              <p:cNvSpPr/>
              <p:nvPr/>
            </p:nvSpPr>
            <p:spPr>
              <a:xfrm>
                <a:off x="-124215" y="109859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1"/>
              <p:cNvSpPr/>
              <p:nvPr/>
            </p:nvSpPr>
            <p:spPr>
              <a:xfrm>
                <a:off x="106908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1"/>
              <p:cNvSpPr/>
              <p:nvPr/>
            </p:nvSpPr>
            <p:spPr>
              <a:xfrm>
                <a:off x="106908" y="165743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1"/>
              <p:cNvSpPr/>
              <p:nvPr/>
            </p:nvSpPr>
            <p:spPr>
              <a:xfrm>
                <a:off x="-124215" y="1364859"/>
                <a:ext cx="282899" cy="244960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2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28"/>
                    </a:lnTo>
                    <a:lnTo>
                      <a:pt x="14288" y="16528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1"/>
              <p:cNvSpPr/>
              <p:nvPr/>
            </p:nvSpPr>
            <p:spPr>
              <a:xfrm>
                <a:off x="106908" y="965465"/>
                <a:ext cx="282899" cy="244085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70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1"/>
              <p:cNvSpPr/>
              <p:nvPr/>
            </p:nvSpPr>
            <p:spPr>
              <a:xfrm>
                <a:off x="-124215" y="832348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1"/>
              <p:cNvSpPr/>
              <p:nvPr/>
            </p:nvSpPr>
            <p:spPr>
              <a:xfrm>
                <a:off x="569153" y="699217"/>
                <a:ext cx="282899" cy="244071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1"/>
              <p:cNvSpPr/>
              <p:nvPr/>
            </p:nvSpPr>
            <p:spPr>
              <a:xfrm>
                <a:off x="-124215" y="565122"/>
                <a:ext cx="282899" cy="24504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1"/>
              <p:cNvSpPr/>
              <p:nvPr/>
            </p:nvSpPr>
            <p:spPr>
              <a:xfrm>
                <a:off x="106908" y="432005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1"/>
              <p:cNvSpPr/>
              <p:nvPr/>
            </p:nvSpPr>
            <p:spPr>
              <a:xfrm>
                <a:off x="-124215" y="298874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1"/>
              <p:cNvSpPr/>
              <p:nvPr/>
            </p:nvSpPr>
            <p:spPr>
              <a:xfrm>
                <a:off x="-124215" y="32626"/>
                <a:ext cx="282899" cy="245034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2" name="Google Shape;1752;p31"/>
            <p:cNvGrpSpPr/>
            <p:nvPr/>
          </p:nvGrpSpPr>
          <p:grpSpPr>
            <a:xfrm>
              <a:off x="5909175" y="-357650"/>
              <a:ext cx="3090347" cy="1182725"/>
              <a:chOff x="5909175" y="-357650"/>
              <a:chExt cx="3090347" cy="1182725"/>
            </a:xfrm>
          </p:grpSpPr>
          <p:sp>
            <p:nvSpPr>
              <p:cNvPr id="1753" name="Google Shape;1753;p31"/>
              <p:cNvSpPr/>
              <p:nvPr/>
            </p:nvSpPr>
            <p:spPr>
              <a:xfrm>
                <a:off x="7331346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1"/>
              <p:cNvSpPr/>
              <p:nvPr/>
            </p:nvSpPr>
            <p:spPr>
              <a:xfrm>
                <a:off x="8112187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348" y="16534"/>
                    </a:lnTo>
                    <a:lnTo>
                      <a:pt x="19089" y="8300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1"/>
              <p:cNvSpPr/>
              <p:nvPr/>
            </p:nvSpPr>
            <p:spPr>
              <a:xfrm>
                <a:off x="6413109" y="-5551"/>
                <a:ext cx="195740" cy="169771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2" extrusionOk="0">
                    <a:moveTo>
                      <a:pt x="2935" y="1"/>
                    </a:moveTo>
                    <a:lnTo>
                      <a:pt x="0" y="5116"/>
                    </a:lnTo>
                    <a:lnTo>
                      <a:pt x="2935" y="10171"/>
                    </a:lnTo>
                    <a:lnTo>
                      <a:pt x="8798" y="10171"/>
                    </a:lnTo>
                    <a:lnTo>
                      <a:pt x="11728" y="5116"/>
                    </a:lnTo>
                    <a:lnTo>
                      <a:pt x="879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1"/>
              <p:cNvSpPr/>
              <p:nvPr/>
            </p:nvSpPr>
            <p:spPr>
              <a:xfrm>
                <a:off x="5909175" y="125425"/>
                <a:ext cx="196842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94" h="10171" extrusionOk="0">
                    <a:moveTo>
                      <a:pt x="2935" y="0"/>
                    </a:moveTo>
                    <a:lnTo>
                      <a:pt x="1" y="5056"/>
                    </a:lnTo>
                    <a:lnTo>
                      <a:pt x="2935" y="10171"/>
                    </a:lnTo>
                    <a:lnTo>
                      <a:pt x="8859" y="10171"/>
                    </a:lnTo>
                    <a:lnTo>
                      <a:pt x="11793" y="5056"/>
                    </a:lnTo>
                    <a:lnTo>
                      <a:pt x="8859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1"/>
              <p:cNvSpPr/>
              <p:nvPr/>
            </p:nvSpPr>
            <p:spPr>
              <a:xfrm>
                <a:off x="8803782" y="-13229"/>
                <a:ext cx="195740" cy="169754"/>
              </a:xfrm>
              <a:custGeom>
                <a:avLst/>
                <a:gdLst/>
                <a:ahLst/>
                <a:cxnLst/>
                <a:rect l="l" t="t" r="r" b="b"/>
                <a:pathLst>
                  <a:path w="11728" h="10171" extrusionOk="0">
                    <a:moveTo>
                      <a:pt x="2930" y="0"/>
                    </a:moveTo>
                    <a:lnTo>
                      <a:pt x="0" y="5115"/>
                    </a:lnTo>
                    <a:lnTo>
                      <a:pt x="2930" y="10171"/>
                    </a:lnTo>
                    <a:lnTo>
                      <a:pt x="8793" y="10171"/>
                    </a:lnTo>
                    <a:lnTo>
                      <a:pt x="11728" y="5115"/>
                    </a:lnTo>
                    <a:lnTo>
                      <a:pt x="8793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1"/>
              <p:cNvSpPr/>
              <p:nvPr/>
            </p:nvSpPr>
            <p:spPr>
              <a:xfrm>
                <a:off x="7851907" y="393033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1"/>
              <p:cNvSpPr/>
              <p:nvPr/>
            </p:nvSpPr>
            <p:spPr>
              <a:xfrm>
                <a:off x="6290224" y="393033"/>
                <a:ext cx="317611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2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1"/>
              <p:cNvSpPr/>
              <p:nvPr/>
            </p:nvSpPr>
            <p:spPr>
              <a:xfrm>
                <a:off x="7071066" y="-57814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1"/>
              <p:cNvSpPr/>
              <p:nvPr/>
            </p:nvSpPr>
            <p:spPr>
              <a:xfrm>
                <a:off x="7851907" y="-207740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31"/>
              <p:cNvSpPr/>
              <p:nvPr/>
            </p:nvSpPr>
            <p:spPr>
              <a:xfrm>
                <a:off x="8680918" y="550208"/>
                <a:ext cx="318595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469" extrusionOk="0">
                    <a:moveTo>
                      <a:pt x="4806" y="1"/>
                    </a:moveTo>
                    <a:lnTo>
                      <a:pt x="1" y="8235"/>
                    </a:lnTo>
                    <a:lnTo>
                      <a:pt x="4806" y="16469"/>
                    </a:lnTo>
                    <a:lnTo>
                      <a:pt x="14348" y="16469"/>
                    </a:lnTo>
                    <a:lnTo>
                      <a:pt x="19089" y="8235"/>
                    </a:lnTo>
                    <a:lnTo>
                      <a:pt x="14348" y="1"/>
                    </a:lnTo>
                    <a:close/>
                  </a:path>
                </a:pathLst>
              </a:custGeom>
              <a:solidFill>
                <a:srgbClr val="FFFFFF">
                  <a:alpha val="8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31"/>
              <p:cNvSpPr/>
              <p:nvPr/>
            </p:nvSpPr>
            <p:spPr>
              <a:xfrm>
                <a:off x="7591626" y="242021"/>
                <a:ext cx="318595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5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31"/>
              <p:cNvSpPr/>
              <p:nvPr/>
            </p:nvSpPr>
            <p:spPr>
              <a:xfrm>
                <a:off x="7071066" y="242021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31"/>
              <p:cNvSpPr/>
              <p:nvPr/>
            </p:nvSpPr>
            <p:spPr>
              <a:xfrm>
                <a:off x="6810785" y="393033"/>
                <a:ext cx="318612" cy="274868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469" extrusionOk="0">
                    <a:moveTo>
                      <a:pt x="4742" y="1"/>
                    </a:moveTo>
                    <a:lnTo>
                      <a:pt x="1" y="8235"/>
                    </a:lnTo>
                    <a:lnTo>
                      <a:pt x="4742" y="16469"/>
                    </a:lnTo>
                    <a:lnTo>
                      <a:pt x="14288" y="16469"/>
                    </a:lnTo>
                    <a:lnTo>
                      <a:pt x="19089" y="8235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31"/>
              <p:cNvSpPr/>
              <p:nvPr/>
            </p:nvSpPr>
            <p:spPr>
              <a:xfrm>
                <a:off x="6550505" y="242021"/>
                <a:ext cx="317611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3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2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Google Shape;1767;p31"/>
              <p:cNvSpPr/>
              <p:nvPr/>
            </p:nvSpPr>
            <p:spPr>
              <a:xfrm>
                <a:off x="7851907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99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Google Shape;1768;p31"/>
              <p:cNvSpPr/>
              <p:nvPr/>
            </p:nvSpPr>
            <p:spPr>
              <a:xfrm>
                <a:off x="7591626" y="-57814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1"/>
                    </a:moveTo>
                    <a:lnTo>
                      <a:pt x="1" y="8300"/>
                    </a:lnTo>
                    <a:lnTo>
                      <a:pt x="4806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Google Shape;1769;p31"/>
              <p:cNvSpPr/>
              <p:nvPr/>
            </p:nvSpPr>
            <p:spPr>
              <a:xfrm>
                <a:off x="7331346" y="92112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742" y="0"/>
                    </a:moveTo>
                    <a:lnTo>
                      <a:pt x="1" y="8299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99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Google Shape;1770;p31"/>
              <p:cNvSpPr/>
              <p:nvPr/>
            </p:nvSpPr>
            <p:spPr>
              <a:xfrm>
                <a:off x="7591626" y="-357650"/>
                <a:ext cx="318595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89" h="16534" extrusionOk="0">
                    <a:moveTo>
                      <a:pt x="4806" y="0"/>
                    </a:moveTo>
                    <a:lnTo>
                      <a:pt x="1" y="8234"/>
                    </a:lnTo>
                    <a:lnTo>
                      <a:pt x="4806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1"/>
              <p:cNvSpPr/>
              <p:nvPr/>
            </p:nvSpPr>
            <p:spPr>
              <a:xfrm>
                <a:off x="7071066" y="-357650"/>
                <a:ext cx="318612" cy="275952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4" extrusionOk="0">
                    <a:moveTo>
                      <a:pt x="4742" y="0"/>
                    </a:moveTo>
                    <a:lnTo>
                      <a:pt x="1" y="8234"/>
                    </a:lnTo>
                    <a:lnTo>
                      <a:pt x="4742" y="16533"/>
                    </a:lnTo>
                    <a:lnTo>
                      <a:pt x="14288" y="16533"/>
                    </a:lnTo>
                    <a:lnTo>
                      <a:pt x="19089" y="8234"/>
                    </a:lnTo>
                    <a:lnTo>
                      <a:pt x="14288" y="0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1"/>
              <p:cNvSpPr/>
              <p:nvPr/>
            </p:nvSpPr>
            <p:spPr>
              <a:xfrm>
                <a:off x="6810785" y="-207740"/>
                <a:ext cx="318612" cy="275969"/>
              </a:xfrm>
              <a:custGeom>
                <a:avLst/>
                <a:gdLst/>
                <a:ahLst/>
                <a:cxnLst/>
                <a:rect l="l" t="t" r="r" b="b"/>
                <a:pathLst>
                  <a:path w="19090" h="16535" extrusionOk="0">
                    <a:moveTo>
                      <a:pt x="4742" y="1"/>
                    </a:moveTo>
                    <a:lnTo>
                      <a:pt x="1" y="8300"/>
                    </a:lnTo>
                    <a:lnTo>
                      <a:pt x="4742" y="16534"/>
                    </a:lnTo>
                    <a:lnTo>
                      <a:pt x="14288" y="16534"/>
                    </a:lnTo>
                    <a:lnTo>
                      <a:pt x="19089" y="8300"/>
                    </a:lnTo>
                    <a:lnTo>
                      <a:pt x="14288" y="1"/>
                    </a:lnTo>
                    <a:close/>
                  </a:path>
                </a:pathLst>
              </a:custGeom>
              <a:solidFill>
                <a:srgbClr val="FFFFFF">
                  <a:alpha val="55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3" name="Google Shape;1773;p31"/>
          <p:cNvGrpSpPr/>
          <p:nvPr/>
        </p:nvGrpSpPr>
        <p:grpSpPr>
          <a:xfrm>
            <a:off x="-1298242" y="-129056"/>
            <a:ext cx="10374927" cy="7138769"/>
            <a:chOff x="-1298242" y="-129056"/>
            <a:chExt cx="10374927" cy="7138769"/>
          </a:xfrm>
        </p:grpSpPr>
        <p:pic>
          <p:nvPicPr>
            <p:cNvPr id="1774" name="Google Shape;1774;p31"/>
            <p:cNvPicPr preferRelativeResize="0"/>
            <p:nvPr/>
          </p:nvPicPr>
          <p:blipFill rotWithShape="1">
            <a:blip r:embed="rId2">
              <a:alphaModFix/>
            </a:blip>
            <a:srcRect b="27092"/>
            <a:stretch/>
          </p:blipFill>
          <p:spPr>
            <a:xfrm rot="-7817080">
              <a:off x="7626378" y="203535"/>
              <a:ext cx="1316794" cy="9600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5" name="Google Shape;1775;p31"/>
            <p:cNvPicPr preferRelativeResize="0"/>
            <p:nvPr/>
          </p:nvPicPr>
          <p:blipFill rotWithShape="1">
            <a:blip r:embed="rId3">
              <a:alphaModFix/>
            </a:blip>
            <a:srcRect t="13843" b="16241"/>
            <a:stretch/>
          </p:blipFill>
          <p:spPr>
            <a:xfrm rot="-3039005">
              <a:off x="-1014276" y="3895853"/>
              <a:ext cx="3250800" cy="22728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"/>
          <p:cNvSpPr txBox="1">
            <a:spLocks noGrp="1"/>
          </p:cNvSpPr>
          <p:nvPr>
            <p:ph type="title"/>
          </p:nvPr>
        </p:nvSpPr>
        <p:spPr>
          <a:xfrm>
            <a:off x="709606" y="2763975"/>
            <a:ext cx="5115000" cy="105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4" name="Google Shape;224;p3"/>
          <p:cNvSpPr txBox="1">
            <a:spLocks noGrp="1"/>
          </p:cNvSpPr>
          <p:nvPr>
            <p:ph type="title" idx="2" hasCustomPrompt="1"/>
          </p:nvPr>
        </p:nvSpPr>
        <p:spPr>
          <a:xfrm>
            <a:off x="709618" y="1328925"/>
            <a:ext cx="1626600" cy="12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 b="1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5" name="Google Shape;225;p3"/>
          <p:cNvSpPr>
            <a:spLocks noGrp="1"/>
          </p:cNvSpPr>
          <p:nvPr>
            <p:ph type="pic" idx="3"/>
          </p:nvPr>
        </p:nvSpPr>
        <p:spPr>
          <a:xfrm>
            <a:off x="5796194" y="819150"/>
            <a:ext cx="2638200" cy="35052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grpSp>
        <p:nvGrpSpPr>
          <p:cNvPr id="226" name="Google Shape;226;p3"/>
          <p:cNvGrpSpPr/>
          <p:nvPr/>
        </p:nvGrpSpPr>
        <p:grpSpPr>
          <a:xfrm flipH="1">
            <a:off x="-7" y="4095759"/>
            <a:ext cx="2638315" cy="4402295"/>
            <a:chOff x="238125" y="1025750"/>
            <a:chExt cx="844450" cy="1409050"/>
          </a:xfrm>
        </p:grpSpPr>
        <p:sp>
          <p:nvSpPr>
            <p:cNvPr id="227" name="Google Shape;227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3"/>
          <p:cNvGrpSpPr/>
          <p:nvPr/>
        </p:nvGrpSpPr>
        <p:grpSpPr>
          <a:xfrm flipH="1">
            <a:off x="8515343" y="3162309"/>
            <a:ext cx="2638315" cy="4402295"/>
            <a:chOff x="238125" y="1025750"/>
            <a:chExt cx="844450" cy="1409050"/>
          </a:xfrm>
        </p:grpSpPr>
        <p:sp>
          <p:nvSpPr>
            <p:cNvPr id="278" name="Google Shape;278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4980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"/>
          <p:cNvSpPr txBox="1">
            <a:spLocks noGrp="1"/>
          </p:cNvSpPr>
          <p:nvPr>
            <p:ph type="title"/>
          </p:nvPr>
        </p:nvSpPr>
        <p:spPr>
          <a:xfrm>
            <a:off x="709606" y="2763975"/>
            <a:ext cx="5115000" cy="105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4" name="Google Shape;224;p3"/>
          <p:cNvSpPr txBox="1">
            <a:spLocks noGrp="1"/>
          </p:cNvSpPr>
          <p:nvPr>
            <p:ph type="title" idx="2" hasCustomPrompt="1"/>
          </p:nvPr>
        </p:nvSpPr>
        <p:spPr>
          <a:xfrm>
            <a:off x="709618" y="1328925"/>
            <a:ext cx="1626600" cy="12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 b="1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5" name="Google Shape;225;p3"/>
          <p:cNvSpPr>
            <a:spLocks noGrp="1"/>
          </p:cNvSpPr>
          <p:nvPr>
            <p:ph type="pic" idx="3"/>
          </p:nvPr>
        </p:nvSpPr>
        <p:spPr>
          <a:xfrm>
            <a:off x="5796194" y="819150"/>
            <a:ext cx="2638200" cy="35052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grpSp>
        <p:nvGrpSpPr>
          <p:cNvPr id="226" name="Google Shape;226;p3"/>
          <p:cNvGrpSpPr/>
          <p:nvPr/>
        </p:nvGrpSpPr>
        <p:grpSpPr>
          <a:xfrm flipH="1">
            <a:off x="-7" y="4095759"/>
            <a:ext cx="2638315" cy="4402295"/>
            <a:chOff x="238125" y="1025750"/>
            <a:chExt cx="844450" cy="1409050"/>
          </a:xfrm>
        </p:grpSpPr>
        <p:sp>
          <p:nvSpPr>
            <p:cNvPr id="227" name="Google Shape;227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3"/>
          <p:cNvGrpSpPr/>
          <p:nvPr/>
        </p:nvGrpSpPr>
        <p:grpSpPr>
          <a:xfrm flipH="1">
            <a:off x="8515343" y="3162309"/>
            <a:ext cx="2638315" cy="4402295"/>
            <a:chOff x="238125" y="1025750"/>
            <a:chExt cx="844450" cy="1409050"/>
          </a:xfrm>
        </p:grpSpPr>
        <p:sp>
          <p:nvSpPr>
            <p:cNvPr id="278" name="Google Shape;278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5933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"/>
          <p:cNvSpPr txBox="1">
            <a:spLocks noGrp="1"/>
          </p:cNvSpPr>
          <p:nvPr>
            <p:ph type="body" idx="1"/>
          </p:nvPr>
        </p:nvSpPr>
        <p:spPr>
          <a:xfrm>
            <a:off x="720000" y="1238200"/>
            <a:ext cx="77040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4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grpSp>
        <p:nvGrpSpPr>
          <p:cNvPr id="331" name="Google Shape;331;p4"/>
          <p:cNvGrpSpPr/>
          <p:nvPr/>
        </p:nvGrpSpPr>
        <p:grpSpPr>
          <a:xfrm flipH="1">
            <a:off x="8583993" y="3579684"/>
            <a:ext cx="2638315" cy="4402295"/>
            <a:chOff x="238125" y="1025750"/>
            <a:chExt cx="844450" cy="1409050"/>
          </a:xfrm>
        </p:grpSpPr>
        <p:sp>
          <p:nvSpPr>
            <p:cNvPr id="332" name="Google Shape;332;p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4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4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4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4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382;p4"/>
          <p:cNvGrpSpPr/>
          <p:nvPr/>
        </p:nvGrpSpPr>
        <p:grpSpPr>
          <a:xfrm rot="5400000">
            <a:off x="-2362686" y="-1795916"/>
            <a:ext cx="3689134" cy="3227984"/>
            <a:chOff x="1067625" y="-1658125"/>
            <a:chExt cx="2887550" cy="2526600"/>
          </a:xfrm>
        </p:grpSpPr>
        <p:sp>
          <p:nvSpPr>
            <p:cNvPr id="383" name="Google Shape;383;p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20886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"/>
          <p:cNvSpPr txBox="1">
            <a:spLocks noGrp="1"/>
          </p:cNvSpPr>
          <p:nvPr>
            <p:ph type="subTitle" idx="1"/>
          </p:nvPr>
        </p:nvSpPr>
        <p:spPr>
          <a:xfrm>
            <a:off x="1671740" y="1678250"/>
            <a:ext cx="4391700" cy="42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391" name="Google Shape;391;p5"/>
          <p:cNvSpPr txBox="1">
            <a:spLocks noGrp="1"/>
          </p:cNvSpPr>
          <p:nvPr>
            <p:ph type="subTitle" idx="2"/>
          </p:nvPr>
        </p:nvSpPr>
        <p:spPr>
          <a:xfrm>
            <a:off x="3080572" y="3338606"/>
            <a:ext cx="4391700" cy="42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392" name="Google Shape;392;p5"/>
          <p:cNvSpPr txBox="1">
            <a:spLocks noGrp="1"/>
          </p:cNvSpPr>
          <p:nvPr>
            <p:ph type="subTitle" idx="3"/>
          </p:nvPr>
        </p:nvSpPr>
        <p:spPr>
          <a:xfrm>
            <a:off x="1671740" y="2018050"/>
            <a:ext cx="43917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3" name="Google Shape;393;p5"/>
          <p:cNvSpPr txBox="1">
            <a:spLocks noGrp="1"/>
          </p:cNvSpPr>
          <p:nvPr>
            <p:ph type="subTitle" idx="4"/>
          </p:nvPr>
        </p:nvSpPr>
        <p:spPr>
          <a:xfrm>
            <a:off x="3080570" y="3678400"/>
            <a:ext cx="43917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00"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4" name="Google Shape;394;p5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grpSp>
        <p:nvGrpSpPr>
          <p:cNvPr id="395" name="Google Shape;395;p5"/>
          <p:cNvGrpSpPr/>
          <p:nvPr/>
        </p:nvGrpSpPr>
        <p:grpSpPr>
          <a:xfrm rot="7200144">
            <a:off x="-809410" y="3328901"/>
            <a:ext cx="3689443" cy="3228255"/>
            <a:chOff x="1067625" y="-1658125"/>
            <a:chExt cx="2887550" cy="2526600"/>
          </a:xfrm>
        </p:grpSpPr>
        <p:sp>
          <p:nvSpPr>
            <p:cNvPr id="396" name="Google Shape;396;p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77099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"/>
          <p:cNvSpPr txBox="1">
            <a:spLocks noGrp="1"/>
          </p:cNvSpPr>
          <p:nvPr>
            <p:ph type="body" idx="1"/>
          </p:nvPr>
        </p:nvSpPr>
        <p:spPr>
          <a:xfrm>
            <a:off x="3967736" y="2038775"/>
            <a:ext cx="3933900" cy="17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2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2" name="Google Shape;522;p7"/>
          <p:cNvSpPr txBox="1">
            <a:spLocks noGrp="1"/>
          </p:cNvSpPr>
          <p:nvPr>
            <p:ph type="title"/>
          </p:nvPr>
        </p:nvSpPr>
        <p:spPr>
          <a:xfrm>
            <a:off x="3967725" y="1361750"/>
            <a:ext cx="39339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523" name="Google Shape;523;p7"/>
          <p:cNvSpPr>
            <a:spLocks noGrp="1"/>
          </p:cNvSpPr>
          <p:nvPr>
            <p:ph type="pic" idx="2"/>
          </p:nvPr>
        </p:nvSpPr>
        <p:spPr>
          <a:xfrm>
            <a:off x="1242376" y="819150"/>
            <a:ext cx="2362200" cy="35052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grpSp>
        <p:nvGrpSpPr>
          <p:cNvPr id="524" name="Google Shape;524;p7"/>
          <p:cNvGrpSpPr/>
          <p:nvPr/>
        </p:nvGrpSpPr>
        <p:grpSpPr>
          <a:xfrm flipH="1">
            <a:off x="6819968" y="4144659"/>
            <a:ext cx="2638315" cy="4402295"/>
            <a:chOff x="238125" y="1025750"/>
            <a:chExt cx="844450" cy="1409050"/>
          </a:xfrm>
        </p:grpSpPr>
        <p:sp>
          <p:nvSpPr>
            <p:cNvPr id="525" name="Google Shape;525;p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575;p7"/>
          <p:cNvGrpSpPr/>
          <p:nvPr/>
        </p:nvGrpSpPr>
        <p:grpSpPr>
          <a:xfrm rot="10800000">
            <a:off x="-1467623" y="-1757836"/>
            <a:ext cx="3689423" cy="3228237"/>
            <a:chOff x="1067625" y="-1658125"/>
            <a:chExt cx="2887550" cy="2526600"/>
          </a:xfrm>
        </p:grpSpPr>
        <p:sp>
          <p:nvSpPr>
            <p:cNvPr id="576" name="Google Shape;576;p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99074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8"/>
          <p:cNvSpPr txBox="1">
            <a:spLocks noGrp="1"/>
          </p:cNvSpPr>
          <p:nvPr>
            <p:ph type="title"/>
          </p:nvPr>
        </p:nvSpPr>
        <p:spPr>
          <a:xfrm>
            <a:off x="1388100" y="2584012"/>
            <a:ext cx="6367800" cy="202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584" name="Google Shape;584;p8"/>
          <p:cNvGrpSpPr/>
          <p:nvPr/>
        </p:nvGrpSpPr>
        <p:grpSpPr>
          <a:xfrm>
            <a:off x="1790692" y="4254685"/>
            <a:ext cx="2638315" cy="4402295"/>
            <a:chOff x="238125" y="1025750"/>
            <a:chExt cx="844450" cy="1409050"/>
          </a:xfrm>
        </p:grpSpPr>
        <p:sp>
          <p:nvSpPr>
            <p:cNvPr id="585" name="Google Shape;585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635;p8"/>
          <p:cNvGrpSpPr/>
          <p:nvPr/>
        </p:nvGrpSpPr>
        <p:grpSpPr>
          <a:xfrm>
            <a:off x="4571398" y="4254685"/>
            <a:ext cx="2638315" cy="4402295"/>
            <a:chOff x="238125" y="1025750"/>
            <a:chExt cx="844450" cy="1409050"/>
          </a:xfrm>
        </p:grpSpPr>
        <p:sp>
          <p:nvSpPr>
            <p:cNvPr id="636" name="Google Shape;636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8"/>
          <p:cNvGrpSpPr/>
          <p:nvPr/>
        </p:nvGrpSpPr>
        <p:grpSpPr>
          <a:xfrm>
            <a:off x="-990008" y="4254685"/>
            <a:ext cx="2638315" cy="4402295"/>
            <a:chOff x="238125" y="1025750"/>
            <a:chExt cx="844450" cy="1409050"/>
          </a:xfrm>
        </p:grpSpPr>
        <p:sp>
          <p:nvSpPr>
            <p:cNvPr id="687" name="Google Shape;687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7" name="Google Shape;737;p8"/>
          <p:cNvGrpSpPr/>
          <p:nvPr/>
        </p:nvGrpSpPr>
        <p:grpSpPr>
          <a:xfrm rot="10800000">
            <a:off x="6226435" y="-1787435"/>
            <a:ext cx="3689134" cy="3227984"/>
            <a:chOff x="1067625" y="-1658125"/>
            <a:chExt cx="2887550" cy="2526600"/>
          </a:xfrm>
        </p:grpSpPr>
        <p:sp>
          <p:nvSpPr>
            <p:cNvPr id="738" name="Google Shape;738;p8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8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8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8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8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8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80454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"/>
          <p:cNvSpPr txBox="1">
            <a:spLocks noGrp="1"/>
          </p:cNvSpPr>
          <p:nvPr>
            <p:ph type="title"/>
          </p:nvPr>
        </p:nvSpPr>
        <p:spPr>
          <a:xfrm flipH="1">
            <a:off x="4402315" y="1514050"/>
            <a:ext cx="4357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6" name="Google Shape;746;p9"/>
          <p:cNvSpPr txBox="1">
            <a:spLocks noGrp="1"/>
          </p:cNvSpPr>
          <p:nvPr>
            <p:ph type="subTitle" idx="1"/>
          </p:nvPr>
        </p:nvSpPr>
        <p:spPr>
          <a:xfrm flipH="1">
            <a:off x="4402314" y="2262050"/>
            <a:ext cx="4357800" cy="13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47" name="Google Shape;747;p9"/>
          <p:cNvGrpSpPr/>
          <p:nvPr/>
        </p:nvGrpSpPr>
        <p:grpSpPr>
          <a:xfrm>
            <a:off x="1790692" y="4254685"/>
            <a:ext cx="2638315" cy="4402295"/>
            <a:chOff x="238125" y="1025750"/>
            <a:chExt cx="844450" cy="1409050"/>
          </a:xfrm>
        </p:grpSpPr>
        <p:sp>
          <p:nvSpPr>
            <p:cNvPr id="748" name="Google Shape;748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9"/>
          <p:cNvGrpSpPr/>
          <p:nvPr/>
        </p:nvGrpSpPr>
        <p:grpSpPr>
          <a:xfrm>
            <a:off x="6685948" y="3264085"/>
            <a:ext cx="2638315" cy="4402295"/>
            <a:chOff x="238125" y="1025750"/>
            <a:chExt cx="844450" cy="1409050"/>
          </a:xfrm>
        </p:grpSpPr>
        <p:sp>
          <p:nvSpPr>
            <p:cNvPr id="799" name="Google Shape;799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9"/>
          <p:cNvGrpSpPr/>
          <p:nvPr/>
        </p:nvGrpSpPr>
        <p:grpSpPr>
          <a:xfrm>
            <a:off x="-990008" y="4254685"/>
            <a:ext cx="2638315" cy="4402295"/>
            <a:chOff x="238125" y="1025750"/>
            <a:chExt cx="844450" cy="1409050"/>
          </a:xfrm>
        </p:grpSpPr>
        <p:sp>
          <p:nvSpPr>
            <p:cNvPr id="850" name="Google Shape;850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9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9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9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9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9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9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9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9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9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9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9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9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9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9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9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9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9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9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9"/>
          <p:cNvGrpSpPr/>
          <p:nvPr/>
        </p:nvGrpSpPr>
        <p:grpSpPr>
          <a:xfrm rot="10800000">
            <a:off x="-260090" y="-1473110"/>
            <a:ext cx="3689134" cy="3227984"/>
            <a:chOff x="1067625" y="-1658125"/>
            <a:chExt cx="2887550" cy="2526600"/>
          </a:xfrm>
        </p:grpSpPr>
        <p:sp>
          <p:nvSpPr>
            <p:cNvPr id="901" name="Google Shape;901;p9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6105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10"/>
          <p:cNvSpPr txBox="1">
            <a:spLocks noGrp="1"/>
          </p:cNvSpPr>
          <p:nvPr>
            <p:ph type="title"/>
          </p:nvPr>
        </p:nvSpPr>
        <p:spPr>
          <a:xfrm>
            <a:off x="1960200" y="3343275"/>
            <a:ext cx="5223600" cy="12675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09" name="Google Shape;909;p10"/>
          <p:cNvGrpSpPr/>
          <p:nvPr/>
        </p:nvGrpSpPr>
        <p:grpSpPr>
          <a:xfrm rot="10800000">
            <a:off x="-8" y="-1946090"/>
            <a:ext cx="2638315" cy="4402295"/>
            <a:chOff x="238125" y="1025750"/>
            <a:chExt cx="844450" cy="1409050"/>
          </a:xfrm>
        </p:grpSpPr>
        <p:sp>
          <p:nvSpPr>
            <p:cNvPr id="910" name="Google Shape;910;p10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10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10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10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10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10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10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10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10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10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10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0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0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0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0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0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10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10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0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0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0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10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0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0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0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0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0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0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0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0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0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0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0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0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0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0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0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0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0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0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0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0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0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0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0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0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0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0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0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0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10"/>
          <p:cNvGrpSpPr/>
          <p:nvPr/>
        </p:nvGrpSpPr>
        <p:grpSpPr>
          <a:xfrm rot="10800000">
            <a:off x="7183810" y="2456190"/>
            <a:ext cx="3689134" cy="3227984"/>
            <a:chOff x="1067625" y="-1658125"/>
            <a:chExt cx="2887550" cy="2526600"/>
          </a:xfrm>
        </p:grpSpPr>
        <p:sp>
          <p:nvSpPr>
            <p:cNvPr id="961" name="Google Shape;961;p1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0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0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0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0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35401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24771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6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383" name="Google Shape;1383;p16"/>
          <p:cNvSpPr txBox="1">
            <a:spLocks noGrp="1"/>
          </p:cNvSpPr>
          <p:nvPr>
            <p:ph type="subTitle" idx="1"/>
          </p:nvPr>
        </p:nvSpPr>
        <p:spPr>
          <a:xfrm>
            <a:off x="720000" y="1161350"/>
            <a:ext cx="7271400" cy="10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384" name="Google Shape;1384;p16"/>
          <p:cNvGrpSpPr/>
          <p:nvPr/>
        </p:nvGrpSpPr>
        <p:grpSpPr>
          <a:xfrm rot="10800000" flipH="1">
            <a:off x="8434393" y="-2327041"/>
            <a:ext cx="2638315" cy="4402295"/>
            <a:chOff x="238125" y="1025750"/>
            <a:chExt cx="844450" cy="1409050"/>
          </a:xfrm>
        </p:grpSpPr>
        <p:sp>
          <p:nvSpPr>
            <p:cNvPr id="1385" name="Google Shape;1385;p1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1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1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1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1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1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1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1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5" name="Google Shape;1435;p16"/>
          <p:cNvGrpSpPr/>
          <p:nvPr/>
        </p:nvGrpSpPr>
        <p:grpSpPr>
          <a:xfrm rot="7423493">
            <a:off x="-2247598" y="3471844"/>
            <a:ext cx="3689493" cy="3228298"/>
            <a:chOff x="1067625" y="-1658125"/>
            <a:chExt cx="2887550" cy="2526600"/>
          </a:xfrm>
        </p:grpSpPr>
        <p:sp>
          <p:nvSpPr>
            <p:cNvPr id="1436" name="Google Shape;1436;p1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6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6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16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16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557446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8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498" name="Google Shape;1498;p18"/>
          <p:cNvSpPr txBox="1">
            <a:spLocks noGrp="1"/>
          </p:cNvSpPr>
          <p:nvPr>
            <p:ph type="subTitle" idx="1"/>
          </p:nvPr>
        </p:nvSpPr>
        <p:spPr>
          <a:xfrm flipH="1">
            <a:off x="1365994" y="2173825"/>
            <a:ext cx="3463800" cy="17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499" name="Google Shape;1499;p18"/>
          <p:cNvSpPr>
            <a:spLocks noGrp="1"/>
          </p:cNvSpPr>
          <p:nvPr>
            <p:ph type="pic" idx="2"/>
          </p:nvPr>
        </p:nvSpPr>
        <p:spPr>
          <a:xfrm>
            <a:off x="5415806" y="1521925"/>
            <a:ext cx="2362200" cy="3083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he-IL"/>
          </a:p>
        </p:txBody>
      </p:sp>
      <p:grpSp>
        <p:nvGrpSpPr>
          <p:cNvPr id="1500" name="Google Shape;1500;p18"/>
          <p:cNvGrpSpPr/>
          <p:nvPr/>
        </p:nvGrpSpPr>
        <p:grpSpPr>
          <a:xfrm rot="5400000">
            <a:off x="-2521636" y="2468559"/>
            <a:ext cx="3689134" cy="3227984"/>
            <a:chOff x="1067625" y="-1658125"/>
            <a:chExt cx="2887550" cy="2526600"/>
          </a:xfrm>
        </p:grpSpPr>
        <p:sp>
          <p:nvSpPr>
            <p:cNvPr id="1501" name="Google Shape;1501;p18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07" name="Google Shape;1507;p18"/>
          <p:cNvGrpSpPr/>
          <p:nvPr/>
        </p:nvGrpSpPr>
        <p:grpSpPr>
          <a:xfrm>
            <a:off x="8682043" y="785658"/>
            <a:ext cx="2638315" cy="4402295"/>
            <a:chOff x="238125" y="1025750"/>
            <a:chExt cx="844450" cy="1409050"/>
          </a:xfrm>
        </p:grpSpPr>
        <p:sp>
          <p:nvSpPr>
            <p:cNvPr id="1508" name="Google Shape;1508;p1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8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8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8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8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8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8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8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8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8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8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23102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9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560" name="Google Shape;1560;p19"/>
          <p:cNvSpPr txBox="1">
            <a:spLocks noGrp="1"/>
          </p:cNvSpPr>
          <p:nvPr>
            <p:ph type="subTitle" idx="1"/>
          </p:nvPr>
        </p:nvSpPr>
        <p:spPr>
          <a:xfrm>
            <a:off x="721500" y="2356525"/>
            <a:ext cx="2343000" cy="4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61" name="Google Shape;1561;p19"/>
          <p:cNvSpPr txBox="1">
            <a:spLocks noGrp="1"/>
          </p:cNvSpPr>
          <p:nvPr>
            <p:ph type="subTitle" idx="2"/>
          </p:nvPr>
        </p:nvSpPr>
        <p:spPr>
          <a:xfrm>
            <a:off x="720000" y="2725894"/>
            <a:ext cx="23460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2" name="Google Shape;1562;p19"/>
          <p:cNvSpPr txBox="1">
            <a:spLocks noGrp="1"/>
          </p:cNvSpPr>
          <p:nvPr>
            <p:ph type="subTitle" idx="3"/>
          </p:nvPr>
        </p:nvSpPr>
        <p:spPr>
          <a:xfrm>
            <a:off x="3402000" y="2018081"/>
            <a:ext cx="23430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3" name="Google Shape;1563;p19"/>
          <p:cNvSpPr txBox="1">
            <a:spLocks noGrp="1"/>
          </p:cNvSpPr>
          <p:nvPr>
            <p:ph type="subTitle" idx="4"/>
          </p:nvPr>
        </p:nvSpPr>
        <p:spPr>
          <a:xfrm>
            <a:off x="6081000" y="2725900"/>
            <a:ext cx="2343000" cy="1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4" name="Google Shape;1564;p19"/>
          <p:cNvSpPr txBox="1">
            <a:spLocks noGrp="1"/>
          </p:cNvSpPr>
          <p:nvPr>
            <p:ph type="subTitle" idx="5"/>
          </p:nvPr>
        </p:nvSpPr>
        <p:spPr>
          <a:xfrm>
            <a:off x="3402061" y="1648719"/>
            <a:ext cx="2343000" cy="4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65" name="Google Shape;1565;p19"/>
          <p:cNvSpPr txBox="1">
            <a:spLocks noGrp="1"/>
          </p:cNvSpPr>
          <p:nvPr>
            <p:ph type="subTitle" idx="6"/>
          </p:nvPr>
        </p:nvSpPr>
        <p:spPr>
          <a:xfrm>
            <a:off x="6081001" y="2356525"/>
            <a:ext cx="2343000" cy="433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92695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20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500">
                <a:latin typeface="Roboto Mono Medium"/>
                <a:ea typeface="Roboto Mono Medium"/>
                <a:cs typeface="Roboto Mono Medium"/>
                <a:sym typeface="Roboto Mono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100"/>
              <a:buNone/>
              <a:defRPr sz="3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68" name="Google Shape;1568;p20"/>
          <p:cNvSpPr txBox="1">
            <a:spLocks noGrp="1"/>
          </p:cNvSpPr>
          <p:nvPr>
            <p:ph type="subTitle" idx="1"/>
          </p:nvPr>
        </p:nvSpPr>
        <p:spPr>
          <a:xfrm>
            <a:off x="976334" y="1633275"/>
            <a:ext cx="34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69" name="Google Shape;1569;p20"/>
          <p:cNvSpPr txBox="1">
            <a:spLocks noGrp="1"/>
          </p:cNvSpPr>
          <p:nvPr>
            <p:ph type="subTitle" idx="2"/>
          </p:nvPr>
        </p:nvSpPr>
        <p:spPr>
          <a:xfrm>
            <a:off x="976338" y="2129775"/>
            <a:ext cx="3477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0" name="Google Shape;1570;p20"/>
          <p:cNvSpPr txBox="1">
            <a:spLocks noGrp="1"/>
          </p:cNvSpPr>
          <p:nvPr>
            <p:ph type="subTitle" idx="3"/>
          </p:nvPr>
        </p:nvSpPr>
        <p:spPr>
          <a:xfrm>
            <a:off x="4887725" y="2129775"/>
            <a:ext cx="3477900" cy="67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1" name="Google Shape;1571;p20"/>
          <p:cNvSpPr txBox="1">
            <a:spLocks noGrp="1"/>
          </p:cNvSpPr>
          <p:nvPr>
            <p:ph type="subTitle" idx="4"/>
          </p:nvPr>
        </p:nvSpPr>
        <p:spPr>
          <a:xfrm>
            <a:off x="976338" y="3546975"/>
            <a:ext cx="3477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2" name="Google Shape;1572;p20"/>
          <p:cNvSpPr txBox="1">
            <a:spLocks noGrp="1"/>
          </p:cNvSpPr>
          <p:nvPr>
            <p:ph type="subTitle" idx="5"/>
          </p:nvPr>
        </p:nvSpPr>
        <p:spPr>
          <a:xfrm>
            <a:off x="4888908" y="3546975"/>
            <a:ext cx="3477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3" name="Google Shape;1573;p20"/>
          <p:cNvSpPr txBox="1">
            <a:spLocks noGrp="1"/>
          </p:cNvSpPr>
          <p:nvPr>
            <p:ph type="subTitle" idx="6"/>
          </p:nvPr>
        </p:nvSpPr>
        <p:spPr>
          <a:xfrm>
            <a:off x="976334" y="3050475"/>
            <a:ext cx="34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74" name="Google Shape;1574;p20"/>
          <p:cNvSpPr txBox="1">
            <a:spLocks noGrp="1"/>
          </p:cNvSpPr>
          <p:nvPr>
            <p:ph type="subTitle" idx="7"/>
          </p:nvPr>
        </p:nvSpPr>
        <p:spPr>
          <a:xfrm>
            <a:off x="4888900" y="1633275"/>
            <a:ext cx="34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sp>
        <p:nvSpPr>
          <p:cNvPr id="1575" name="Google Shape;1575;p20"/>
          <p:cNvSpPr txBox="1">
            <a:spLocks noGrp="1"/>
          </p:cNvSpPr>
          <p:nvPr>
            <p:ph type="subTitle" idx="8"/>
          </p:nvPr>
        </p:nvSpPr>
        <p:spPr>
          <a:xfrm>
            <a:off x="4888900" y="3050475"/>
            <a:ext cx="34779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/>
          </a:p>
        </p:txBody>
      </p:sp>
      <p:grpSp>
        <p:nvGrpSpPr>
          <p:cNvPr id="1576" name="Google Shape;1576;p20"/>
          <p:cNvGrpSpPr/>
          <p:nvPr/>
        </p:nvGrpSpPr>
        <p:grpSpPr>
          <a:xfrm rot="10800000">
            <a:off x="-2295127" y="-1146084"/>
            <a:ext cx="3689423" cy="3228237"/>
            <a:chOff x="1067625" y="-1658125"/>
            <a:chExt cx="2887550" cy="2526600"/>
          </a:xfrm>
        </p:grpSpPr>
        <p:sp>
          <p:nvSpPr>
            <p:cNvPr id="1577" name="Google Shape;1577;p2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83" name="Google Shape;1583;p20"/>
          <p:cNvGrpSpPr/>
          <p:nvPr/>
        </p:nvGrpSpPr>
        <p:grpSpPr>
          <a:xfrm flipH="1">
            <a:off x="8434393" y="1633284"/>
            <a:ext cx="2638315" cy="4402295"/>
            <a:chOff x="238125" y="1025750"/>
            <a:chExt cx="844450" cy="1409050"/>
          </a:xfrm>
        </p:grpSpPr>
        <p:sp>
          <p:nvSpPr>
            <p:cNvPr id="1584" name="Google Shape;1584;p20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20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20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20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20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20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20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20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20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20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20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20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20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20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20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20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20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20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302106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21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636" name="Google Shape;1636;p21"/>
          <p:cNvSpPr txBox="1">
            <a:spLocks noGrp="1"/>
          </p:cNvSpPr>
          <p:nvPr>
            <p:ph type="subTitle" idx="1"/>
          </p:nvPr>
        </p:nvSpPr>
        <p:spPr>
          <a:xfrm>
            <a:off x="723000" y="2058002"/>
            <a:ext cx="2364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7" name="Google Shape;1637;p21"/>
          <p:cNvSpPr txBox="1">
            <a:spLocks noGrp="1"/>
          </p:cNvSpPr>
          <p:nvPr>
            <p:ph type="subTitle" idx="2"/>
          </p:nvPr>
        </p:nvSpPr>
        <p:spPr>
          <a:xfrm>
            <a:off x="3390000" y="2058002"/>
            <a:ext cx="2364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8" name="Google Shape;1638;p21"/>
          <p:cNvSpPr txBox="1">
            <a:spLocks noGrp="1"/>
          </p:cNvSpPr>
          <p:nvPr>
            <p:ph type="subTitle" idx="3"/>
          </p:nvPr>
        </p:nvSpPr>
        <p:spPr>
          <a:xfrm>
            <a:off x="6057001" y="2058002"/>
            <a:ext cx="2367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9" name="Google Shape;1639;p21"/>
          <p:cNvSpPr txBox="1">
            <a:spLocks noGrp="1"/>
          </p:cNvSpPr>
          <p:nvPr>
            <p:ph type="subTitle" idx="4"/>
          </p:nvPr>
        </p:nvSpPr>
        <p:spPr>
          <a:xfrm>
            <a:off x="723000" y="3720769"/>
            <a:ext cx="2364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0" name="Google Shape;1640;p21"/>
          <p:cNvSpPr txBox="1">
            <a:spLocks noGrp="1"/>
          </p:cNvSpPr>
          <p:nvPr>
            <p:ph type="subTitle" idx="5"/>
          </p:nvPr>
        </p:nvSpPr>
        <p:spPr>
          <a:xfrm>
            <a:off x="3390000" y="3720769"/>
            <a:ext cx="2364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1" name="Google Shape;1641;p21"/>
          <p:cNvSpPr txBox="1">
            <a:spLocks noGrp="1"/>
          </p:cNvSpPr>
          <p:nvPr>
            <p:ph type="subTitle" idx="6"/>
          </p:nvPr>
        </p:nvSpPr>
        <p:spPr>
          <a:xfrm>
            <a:off x="6057001" y="3720769"/>
            <a:ext cx="2367000" cy="87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2" name="Google Shape;1642;p21"/>
          <p:cNvSpPr txBox="1">
            <a:spLocks noGrp="1"/>
          </p:cNvSpPr>
          <p:nvPr>
            <p:ph type="subTitle" idx="7"/>
          </p:nvPr>
        </p:nvSpPr>
        <p:spPr>
          <a:xfrm>
            <a:off x="723000" y="1635478"/>
            <a:ext cx="2364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3" name="Google Shape;1643;p21"/>
          <p:cNvSpPr txBox="1">
            <a:spLocks noGrp="1"/>
          </p:cNvSpPr>
          <p:nvPr>
            <p:ph type="subTitle" idx="8"/>
          </p:nvPr>
        </p:nvSpPr>
        <p:spPr>
          <a:xfrm>
            <a:off x="3389997" y="1635478"/>
            <a:ext cx="2364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4" name="Google Shape;1644;p21"/>
          <p:cNvSpPr txBox="1">
            <a:spLocks noGrp="1"/>
          </p:cNvSpPr>
          <p:nvPr>
            <p:ph type="subTitle" idx="9"/>
          </p:nvPr>
        </p:nvSpPr>
        <p:spPr>
          <a:xfrm>
            <a:off x="6057000" y="1635478"/>
            <a:ext cx="2367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5" name="Google Shape;1645;p21"/>
          <p:cNvSpPr txBox="1">
            <a:spLocks noGrp="1"/>
          </p:cNvSpPr>
          <p:nvPr>
            <p:ph type="subTitle" idx="13"/>
          </p:nvPr>
        </p:nvSpPr>
        <p:spPr>
          <a:xfrm>
            <a:off x="723000" y="3298094"/>
            <a:ext cx="2364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6" name="Google Shape;1646;p21"/>
          <p:cNvSpPr txBox="1">
            <a:spLocks noGrp="1"/>
          </p:cNvSpPr>
          <p:nvPr>
            <p:ph type="subTitle" idx="14"/>
          </p:nvPr>
        </p:nvSpPr>
        <p:spPr>
          <a:xfrm>
            <a:off x="3389997" y="3298094"/>
            <a:ext cx="2364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47" name="Google Shape;1647;p21"/>
          <p:cNvSpPr txBox="1">
            <a:spLocks noGrp="1"/>
          </p:cNvSpPr>
          <p:nvPr>
            <p:ph type="subTitle" idx="15"/>
          </p:nvPr>
        </p:nvSpPr>
        <p:spPr>
          <a:xfrm>
            <a:off x="6057000" y="3298094"/>
            <a:ext cx="2367000" cy="46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Bebas Neue"/>
              <a:buNone/>
              <a:defRPr sz="2200">
                <a:solidFill>
                  <a:schemeClr val="accent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648" name="Google Shape;1648;p21"/>
          <p:cNvGrpSpPr/>
          <p:nvPr/>
        </p:nvGrpSpPr>
        <p:grpSpPr>
          <a:xfrm flipH="1">
            <a:off x="-2083882" y="3122934"/>
            <a:ext cx="2638315" cy="4402295"/>
            <a:chOff x="238125" y="1025750"/>
            <a:chExt cx="844450" cy="1409050"/>
          </a:xfrm>
        </p:grpSpPr>
        <p:sp>
          <p:nvSpPr>
            <p:cNvPr id="1649" name="Google Shape;1649;p21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1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1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1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1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1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1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21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21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21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21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21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21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436284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3" name="Google Shape;1903;p25"/>
          <p:cNvGrpSpPr/>
          <p:nvPr/>
        </p:nvGrpSpPr>
        <p:grpSpPr>
          <a:xfrm flipH="1">
            <a:off x="-370307" y="1978259"/>
            <a:ext cx="2638315" cy="4402295"/>
            <a:chOff x="238125" y="1025750"/>
            <a:chExt cx="844450" cy="1409050"/>
          </a:xfrm>
        </p:grpSpPr>
        <p:sp>
          <p:nvSpPr>
            <p:cNvPr id="1904" name="Google Shape;1904;p2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2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2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2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2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2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2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2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2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2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2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2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2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2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2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2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2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2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2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2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2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2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2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2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2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2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2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2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2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2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2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2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2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2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2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2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2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4" name="Google Shape;1954;p25"/>
          <p:cNvGrpSpPr/>
          <p:nvPr/>
        </p:nvGrpSpPr>
        <p:grpSpPr>
          <a:xfrm rot="-7199911">
            <a:off x="5406833" y="-1456875"/>
            <a:ext cx="3689299" cy="3228128"/>
            <a:chOff x="1067625" y="-1658125"/>
            <a:chExt cx="2887550" cy="2526600"/>
          </a:xfrm>
        </p:grpSpPr>
        <p:sp>
          <p:nvSpPr>
            <p:cNvPr id="1955" name="Google Shape;1955;p2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25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25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25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5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5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1" name="Google Shape;1961;p25"/>
          <p:cNvGrpSpPr/>
          <p:nvPr/>
        </p:nvGrpSpPr>
        <p:grpSpPr>
          <a:xfrm flipH="1">
            <a:off x="2468143" y="3740384"/>
            <a:ext cx="2638315" cy="4402295"/>
            <a:chOff x="238125" y="1025750"/>
            <a:chExt cx="844450" cy="1409050"/>
          </a:xfrm>
        </p:grpSpPr>
        <p:sp>
          <p:nvSpPr>
            <p:cNvPr id="1962" name="Google Shape;1962;p2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25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2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5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5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5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5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5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5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5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2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25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2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5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5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5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5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5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5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5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5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5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5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5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5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5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5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5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5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614422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3" name="Google Shape;2013;p26"/>
          <p:cNvGrpSpPr/>
          <p:nvPr/>
        </p:nvGrpSpPr>
        <p:grpSpPr>
          <a:xfrm flipH="1">
            <a:off x="2820568" y="3607034"/>
            <a:ext cx="2638315" cy="4402295"/>
            <a:chOff x="238125" y="1025750"/>
            <a:chExt cx="844450" cy="1409050"/>
          </a:xfrm>
        </p:grpSpPr>
        <p:sp>
          <p:nvSpPr>
            <p:cNvPr id="2014" name="Google Shape;2014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4" name="Google Shape;2064;p26"/>
          <p:cNvGrpSpPr/>
          <p:nvPr/>
        </p:nvGrpSpPr>
        <p:grpSpPr>
          <a:xfrm rot="7200144">
            <a:off x="7429715" y="385676"/>
            <a:ext cx="3689443" cy="3228255"/>
            <a:chOff x="1067625" y="-1658125"/>
            <a:chExt cx="2887550" cy="2526600"/>
          </a:xfrm>
        </p:grpSpPr>
        <p:sp>
          <p:nvSpPr>
            <p:cNvPr id="2065" name="Google Shape;2065;p2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26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26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6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6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1" name="Google Shape;2071;p26"/>
          <p:cNvGrpSpPr/>
          <p:nvPr/>
        </p:nvGrpSpPr>
        <p:grpSpPr>
          <a:xfrm flipH="1">
            <a:off x="5906668" y="3911834"/>
            <a:ext cx="2638315" cy="4402295"/>
            <a:chOff x="238125" y="1025750"/>
            <a:chExt cx="844450" cy="1409050"/>
          </a:xfrm>
        </p:grpSpPr>
        <p:sp>
          <p:nvSpPr>
            <p:cNvPr id="2072" name="Google Shape;2072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2" name="Google Shape;2122;p26"/>
          <p:cNvGrpSpPr/>
          <p:nvPr/>
        </p:nvGrpSpPr>
        <p:grpSpPr>
          <a:xfrm rot="7200144">
            <a:off x="-2238710" y="-395374"/>
            <a:ext cx="3689443" cy="3228255"/>
            <a:chOff x="1067625" y="-1658125"/>
            <a:chExt cx="2887550" cy="2526600"/>
          </a:xfrm>
        </p:grpSpPr>
        <p:sp>
          <p:nvSpPr>
            <p:cNvPr id="2123" name="Google Shape;2123;p2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6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6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6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6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6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9" name="Google Shape;2129;p26"/>
          <p:cNvGrpSpPr/>
          <p:nvPr/>
        </p:nvGrpSpPr>
        <p:grpSpPr>
          <a:xfrm flipH="1">
            <a:off x="-189332" y="3530834"/>
            <a:ext cx="2638315" cy="4402295"/>
            <a:chOff x="238125" y="1025750"/>
            <a:chExt cx="844450" cy="1409050"/>
          </a:xfrm>
        </p:grpSpPr>
        <p:sp>
          <p:nvSpPr>
            <p:cNvPr id="2130" name="Google Shape;2130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6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6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6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6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6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6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6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6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6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6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6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26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6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6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26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6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6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6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6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6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6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6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6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6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6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78341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1" name="Google Shape;2181;p27"/>
          <p:cNvGrpSpPr/>
          <p:nvPr/>
        </p:nvGrpSpPr>
        <p:grpSpPr>
          <a:xfrm flipH="1">
            <a:off x="-1202895" y="844784"/>
            <a:ext cx="2638315" cy="4402295"/>
            <a:chOff x="238125" y="1025750"/>
            <a:chExt cx="844450" cy="1409050"/>
          </a:xfrm>
        </p:grpSpPr>
        <p:sp>
          <p:nvSpPr>
            <p:cNvPr id="2182" name="Google Shape;2182;p2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2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2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2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2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2" name="Google Shape;2232;p27"/>
          <p:cNvGrpSpPr/>
          <p:nvPr/>
        </p:nvGrpSpPr>
        <p:grpSpPr>
          <a:xfrm rot="7423493">
            <a:off x="2791127" y="4138594"/>
            <a:ext cx="3689493" cy="3228298"/>
            <a:chOff x="1067625" y="-1658125"/>
            <a:chExt cx="2887550" cy="2526600"/>
          </a:xfrm>
        </p:grpSpPr>
        <p:sp>
          <p:nvSpPr>
            <p:cNvPr id="2233" name="Google Shape;2233;p2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7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7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7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7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9" name="Google Shape;2239;p27"/>
          <p:cNvGrpSpPr/>
          <p:nvPr/>
        </p:nvGrpSpPr>
        <p:grpSpPr>
          <a:xfrm rot="7423493">
            <a:off x="2791127" y="-2152293"/>
            <a:ext cx="3689493" cy="3228298"/>
            <a:chOff x="1067625" y="-1658125"/>
            <a:chExt cx="2887550" cy="2526600"/>
          </a:xfrm>
        </p:grpSpPr>
        <p:sp>
          <p:nvSpPr>
            <p:cNvPr id="2240" name="Google Shape;2240;p2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7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7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7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7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7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27"/>
          <p:cNvGrpSpPr/>
          <p:nvPr/>
        </p:nvGrpSpPr>
        <p:grpSpPr>
          <a:xfrm>
            <a:off x="7836330" y="844784"/>
            <a:ext cx="2638315" cy="4402295"/>
            <a:chOff x="238125" y="1025750"/>
            <a:chExt cx="844450" cy="1409050"/>
          </a:xfrm>
        </p:grpSpPr>
        <p:sp>
          <p:nvSpPr>
            <p:cNvPr id="2247" name="Google Shape;2247;p2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7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7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7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7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7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7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27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2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27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2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27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2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27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2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27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2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27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2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27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2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27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2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27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2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27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2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27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7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7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2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27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7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7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2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27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2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27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2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27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15479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0025" y="1078288"/>
            <a:ext cx="6815700" cy="238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0025" y="3669213"/>
            <a:ext cx="6815700" cy="396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790692" y="4254685"/>
            <a:ext cx="2638315" cy="4402295"/>
            <a:chOff x="238125" y="1025750"/>
            <a:chExt cx="844450" cy="1409050"/>
          </a:xfrm>
        </p:grpSpPr>
        <p:sp>
          <p:nvSpPr>
            <p:cNvPr id="12" name="Google Shape;12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62;p2"/>
          <p:cNvGrpSpPr/>
          <p:nvPr/>
        </p:nvGrpSpPr>
        <p:grpSpPr>
          <a:xfrm>
            <a:off x="4571398" y="4254685"/>
            <a:ext cx="2638315" cy="4402295"/>
            <a:chOff x="238125" y="1025750"/>
            <a:chExt cx="844450" cy="1409050"/>
          </a:xfrm>
        </p:grpSpPr>
        <p:sp>
          <p:nvSpPr>
            <p:cNvPr id="63" name="Google Shape;63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-990008" y="4254685"/>
            <a:ext cx="2638315" cy="4402295"/>
            <a:chOff x="238125" y="1025750"/>
            <a:chExt cx="844450" cy="1409050"/>
          </a:xfrm>
        </p:grpSpPr>
        <p:sp>
          <p:nvSpPr>
            <p:cNvPr id="114" name="Google Shape;114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2"/>
          <p:cNvGrpSpPr/>
          <p:nvPr/>
        </p:nvGrpSpPr>
        <p:grpSpPr>
          <a:xfrm flipH="1">
            <a:off x="7345193" y="3459384"/>
            <a:ext cx="2638315" cy="4402295"/>
            <a:chOff x="238125" y="1025750"/>
            <a:chExt cx="844450" cy="1409050"/>
          </a:xfrm>
        </p:grpSpPr>
        <p:sp>
          <p:nvSpPr>
            <p:cNvPr id="165" name="Google Shape;165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2"/>
          <p:cNvGrpSpPr/>
          <p:nvPr/>
        </p:nvGrpSpPr>
        <p:grpSpPr>
          <a:xfrm rot="10800000">
            <a:off x="4788160" y="-1654085"/>
            <a:ext cx="3689134" cy="3227984"/>
            <a:chOff x="1067625" y="-1658125"/>
            <a:chExt cx="2887550" cy="2526600"/>
          </a:xfrm>
        </p:grpSpPr>
        <p:sp>
          <p:nvSpPr>
            <p:cNvPr id="216" name="Google Shape;216;p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162004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13"/>
          <p:cNvSpPr txBox="1">
            <a:spLocks noGrp="1"/>
          </p:cNvSpPr>
          <p:nvPr>
            <p:ph type="title"/>
          </p:nvPr>
        </p:nvSpPr>
        <p:spPr>
          <a:xfrm>
            <a:off x="720000" y="53292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1075" name="Google Shape;1075;p13"/>
          <p:cNvSpPr txBox="1">
            <a:spLocks noGrp="1"/>
          </p:cNvSpPr>
          <p:nvPr>
            <p:ph type="title" idx="2" hasCustomPrompt="1"/>
          </p:nvPr>
        </p:nvSpPr>
        <p:spPr>
          <a:xfrm>
            <a:off x="3320925" y="1893113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 b="1">
                <a:latin typeface="Roboto Mono"/>
                <a:ea typeface="Roboto Mono"/>
                <a:cs typeface="Roboto Mono"/>
                <a:sym typeface="Roboto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6" name="Google Shape;1076;p13"/>
          <p:cNvSpPr txBox="1">
            <a:spLocks noGrp="1"/>
          </p:cNvSpPr>
          <p:nvPr>
            <p:ph type="title" idx="3" hasCustomPrompt="1"/>
          </p:nvPr>
        </p:nvSpPr>
        <p:spPr>
          <a:xfrm>
            <a:off x="5020575" y="1893113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7" name="Google Shape;1077;p13"/>
          <p:cNvSpPr txBox="1">
            <a:spLocks noGrp="1"/>
          </p:cNvSpPr>
          <p:nvPr>
            <p:ph type="title" idx="4" hasCustomPrompt="1"/>
          </p:nvPr>
        </p:nvSpPr>
        <p:spPr>
          <a:xfrm>
            <a:off x="3320925" y="2854382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8" name="Google Shape;1078;p13"/>
          <p:cNvSpPr txBox="1">
            <a:spLocks noGrp="1"/>
          </p:cNvSpPr>
          <p:nvPr>
            <p:ph type="title" idx="5" hasCustomPrompt="1"/>
          </p:nvPr>
        </p:nvSpPr>
        <p:spPr>
          <a:xfrm>
            <a:off x="5020575" y="2854382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9" name="Google Shape;1079;p13"/>
          <p:cNvSpPr txBox="1">
            <a:spLocks noGrp="1"/>
          </p:cNvSpPr>
          <p:nvPr>
            <p:ph type="title" idx="6" hasCustomPrompt="1"/>
          </p:nvPr>
        </p:nvSpPr>
        <p:spPr>
          <a:xfrm>
            <a:off x="3320925" y="3815651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0" name="Google Shape;1080;p13"/>
          <p:cNvSpPr txBox="1">
            <a:spLocks noGrp="1"/>
          </p:cNvSpPr>
          <p:nvPr>
            <p:ph type="title" idx="7" hasCustomPrompt="1"/>
          </p:nvPr>
        </p:nvSpPr>
        <p:spPr>
          <a:xfrm>
            <a:off x="5020575" y="3815651"/>
            <a:ext cx="8025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1" name="Google Shape;1081;p13"/>
          <p:cNvSpPr txBox="1">
            <a:spLocks noGrp="1"/>
          </p:cNvSpPr>
          <p:nvPr>
            <p:ph type="subTitle" idx="1"/>
          </p:nvPr>
        </p:nvSpPr>
        <p:spPr>
          <a:xfrm>
            <a:off x="1629825" y="1893113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2" name="Google Shape;1082;p13"/>
          <p:cNvSpPr txBox="1">
            <a:spLocks noGrp="1"/>
          </p:cNvSpPr>
          <p:nvPr>
            <p:ph type="subTitle" idx="8"/>
          </p:nvPr>
        </p:nvSpPr>
        <p:spPr>
          <a:xfrm>
            <a:off x="1629825" y="2854382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3" name="Google Shape;1083;p13"/>
          <p:cNvSpPr txBox="1">
            <a:spLocks noGrp="1"/>
          </p:cNvSpPr>
          <p:nvPr>
            <p:ph type="subTitle" idx="9"/>
          </p:nvPr>
        </p:nvSpPr>
        <p:spPr>
          <a:xfrm>
            <a:off x="1629825" y="3815651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4" name="Google Shape;1084;p13"/>
          <p:cNvSpPr txBox="1">
            <a:spLocks noGrp="1"/>
          </p:cNvSpPr>
          <p:nvPr>
            <p:ph type="subTitle" idx="13"/>
          </p:nvPr>
        </p:nvSpPr>
        <p:spPr>
          <a:xfrm>
            <a:off x="5963175" y="1893113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5" name="Google Shape;1085;p13"/>
          <p:cNvSpPr txBox="1">
            <a:spLocks noGrp="1"/>
          </p:cNvSpPr>
          <p:nvPr>
            <p:ph type="subTitle" idx="14"/>
          </p:nvPr>
        </p:nvSpPr>
        <p:spPr>
          <a:xfrm>
            <a:off x="5963175" y="2854382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6" name="Google Shape;1086;p13"/>
          <p:cNvSpPr txBox="1">
            <a:spLocks noGrp="1"/>
          </p:cNvSpPr>
          <p:nvPr>
            <p:ph type="subTitle" idx="15"/>
          </p:nvPr>
        </p:nvSpPr>
        <p:spPr>
          <a:xfrm>
            <a:off x="5963175" y="3815651"/>
            <a:ext cx="1551000" cy="50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87" name="Google Shape;1087;p13"/>
          <p:cNvGrpSpPr/>
          <p:nvPr/>
        </p:nvGrpSpPr>
        <p:grpSpPr>
          <a:xfrm flipH="1">
            <a:off x="-1370432" y="844784"/>
            <a:ext cx="2638315" cy="4402295"/>
            <a:chOff x="238125" y="1025750"/>
            <a:chExt cx="844450" cy="1409050"/>
          </a:xfrm>
        </p:grpSpPr>
        <p:sp>
          <p:nvSpPr>
            <p:cNvPr id="1088" name="Google Shape;1088;p1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extrusionOk="0">
                  <a:moveTo>
                    <a:pt x="159" y="1"/>
                  </a:move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3"/>
            <p:cNvSpPr/>
            <p:nvPr/>
          </p:nvSpPr>
          <p:spPr>
            <a:xfrm>
              <a:off x="1028550" y="1271875"/>
              <a:ext cx="54025" cy="1162925"/>
            </a:xfrm>
            <a:custGeom>
              <a:avLst/>
              <a:gdLst/>
              <a:ahLst/>
              <a:cxnLst/>
              <a:rect l="l" t="t" r="r" b="b"/>
              <a:pathLst>
                <a:path w="2161" h="46517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1" y="60"/>
                  </a:lnTo>
                  <a:lnTo>
                    <a:pt x="1" y="10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9"/>
                  </a:lnTo>
                  <a:lnTo>
                    <a:pt x="41" y="278"/>
                  </a:lnTo>
                  <a:lnTo>
                    <a:pt x="80" y="298"/>
                  </a:lnTo>
                  <a:lnTo>
                    <a:pt x="120" y="338"/>
                  </a:lnTo>
                  <a:lnTo>
                    <a:pt x="120" y="4478"/>
                  </a:lnTo>
                  <a:lnTo>
                    <a:pt x="2081" y="6439"/>
                  </a:lnTo>
                  <a:lnTo>
                    <a:pt x="2081" y="46516"/>
                  </a:lnTo>
                  <a:lnTo>
                    <a:pt x="2160" y="46516"/>
                  </a:lnTo>
                  <a:lnTo>
                    <a:pt x="2160" y="6400"/>
                  </a:lnTo>
                  <a:lnTo>
                    <a:pt x="199" y="4438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298"/>
                  </a:lnTo>
                  <a:lnTo>
                    <a:pt x="298" y="278"/>
                  </a:lnTo>
                  <a:lnTo>
                    <a:pt x="318" y="219"/>
                  </a:lnTo>
                  <a:lnTo>
                    <a:pt x="338" y="179"/>
                  </a:lnTo>
                  <a:lnTo>
                    <a:pt x="338" y="179"/>
                  </a:lnTo>
                  <a:lnTo>
                    <a:pt x="318" y="100"/>
                  </a:lnTo>
                  <a:lnTo>
                    <a:pt x="278" y="60"/>
                  </a:lnTo>
                  <a:lnTo>
                    <a:pt x="23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extrusionOk="0">
                  <a:moveTo>
                    <a:pt x="2021" y="1"/>
                  </a:move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3"/>
            <p:cNvSpPr/>
            <p:nvPr/>
          </p:nvSpPr>
          <p:spPr>
            <a:xfrm>
              <a:off x="333700" y="1515050"/>
              <a:ext cx="54500" cy="919750"/>
            </a:xfrm>
            <a:custGeom>
              <a:avLst/>
              <a:gdLst/>
              <a:ahLst/>
              <a:cxnLst/>
              <a:rect l="l" t="t" r="r" b="b"/>
              <a:pathLst>
                <a:path w="2180" h="36790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21"/>
                  </a:lnTo>
                  <a:lnTo>
                    <a:pt x="1902" y="60"/>
                  </a:lnTo>
                  <a:lnTo>
                    <a:pt x="1863" y="100"/>
                  </a:lnTo>
                  <a:lnTo>
                    <a:pt x="1843" y="179"/>
                  </a:lnTo>
                  <a:lnTo>
                    <a:pt x="1843" y="179"/>
                  </a:lnTo>
                  <a:lnTo>
                    <a:pt x="1863" y="239"/>
                  </a:lnTo>
                  <a:lnTo>
                    <a:pt x="1882" y="278"/>
                  </a:lnTo>
                  <a:lnTo>
                    <a:pt x="1922" y="318"/>
                  </a:lnTo>
                  <a:lnTo>
                    <a:pt x="1962" y="338"/>
                  </a:lnTo>
                  <a:lnTo>
                    <a:pt x="1962" y="4458"/>
                  </a:lnTo>
                  <a:lnTo>
                    <a:pt x="0" y="6420"/>
                  </a:lnTo>
                  <a:lnTo>
                    <a:pt x="0" y="36789"/>
                  </a:lnTo>
                  <a:lnTo>
                    <a:pt x="100" y="36789"/>
                  </a:lnTo>
                  <a:lnTo>
                    <a:pt x="100" y="6439"/>
                  </a:lnTo>
                  <a:lnTo>
                    <a:pt x="2061" y="4478"/>
                  </a:lnTo>
                  <a:lnTo>
                    <a:pt x="2061" y="338"/>
                  </a:lnTo>
                  <a:lnTo>
                    <a:pt x="2061" y="338"/>
                  </a:lnTo>
                  <a:lnTo>
                    <a:pt x="2100" y="318"/>
                  </a:lnTo>
                  <a:lnTo>
                    <a:pt x="2140" y="278"/>
                  </a:lnTo>
                  <a:lnTo>
                    <a:pt x="2180" y="239"/>
                  </a:lnTo>
                  <a:lnTo>
                    <a:pt x="2180" y="179"/>
                  </a:lnTo>
                  <a:lnTo>
                    <a:pt x="2180" y="179"/>
                  </a:lnTo>
                  <a:lnTo>
                    <a:pt x="2160" y="120"/>
                  </a:lnTo>
                  <a:lnTo>
                    <a:pt x="2140" y="60"/>
                  </a:lnTo>
                  <a:lnTo>
                    <a:pt x="2081" y="2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extrusionOk="0">
                  <a:moveTo>
                    <a:pt x="1525" y="0"/>
                  </a:move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3"/>
            <p:cNvSpPr/>
            <p:nvPr/>
          </p:nvSpPr>
          <p:spPr>
            <a:xfrm>
              <a:off x="238125" y="1088150"/>
              <a:ext cx="76275" cy="1346650"/>
            </a:xfrm>
            <a:custGeom>
              <a:avLst/>
              <a:gdLst/>
              <a:ahLst/>
              <a:cxnLst/>
              <a:rect l="l" t="t" r="r" b="b"/>
              <a:pathLst>
                <a:path w="3051" h="53866" fill="none" extrusionOk="0">
                  <a:moveTo>
                    <a:pt x="1525" y="0"/>
                  </a:moveTo>
                  <a:lnTo>
                    <a:pt x="1525" y="0"/>
                  </a:lnTo>
                  <a:lnTo>
                    <a:pt x="1466" y="20"/>
                  </a:lnTo>
                  <a:lnTo>
                    <a:pt x="1407" y="60"/>
                  </a:lnTo>
                  <a:lnTo>
                    <a:pt x="1367" y="119"/>
                  </a:lnTo>
                  <a:lnTo>
                    <a:pt x="1367" y="178"/>
                  </a:lnTo>
                  <a:lnTo>
                    <a:pt x="1367" y="178"/>
                  </a:lnTo>
                  <a:lnTo>
                    <a:pt x="1367" y="238"/>
                  </a:lnTo>
                  <a:lnTo>
                    <a:pt x="1407" y="277"/>
                  </a:lnTo>
                  <a:lnTo>
                    <a:pt x="1446" y="317"/>
                  </a:lnTo>
                  <a:lnTo>
                    <a:pt x="1506" y="337"/>
                  </a:lnTo>
                  <a:lnTo>
                    <a:pt x="1506" y="19731"/>
                  </a:lnTo>
                  <a:lnTo>
                    <a:pt x="198" y="21039"/>
                  </a:lnTo>
                  <a:lnTo>
                    <a:pt x="198" y="5488"/>
                  </a:lnTo>
                  <a:lnTo>
                    <a:pt x="198" y="5488"/>
                  </a:lnTo>
                  <a:lnTo>
                    <a:pt x="258" y="5468"/>
                  </a:lnTo>
                  <a:lnTo>
                    <a:pt x="297" y="5428"/>
                  </a:lnTo>
                  <a:lnTo>
                    <a:pt x="317" y="5389"/>
                  </a:lnTo>
                  <a:lnTo>
                    <a:pt x="317" y="5329"/>
                  </a:lnTo>
                  <a:lnTo>
                    <a:pt x="317" y="5329"/>
                  </a:lnTo>
                  <a:lnTo>
                    <a:pt x="317" y="5270"/>
                  </a:lnTo>
                  <a:lnTo>
                    <a:pt x="277" y="5210"/>
                  </a:lnTo>
                  <a:lnTo>
                    <a:pt x="218" y="5171"/>
                  </a:lnTo>
                  <a:lnTo>
                    <a:pt x="158" y="5171"/>
                  </a:lnTo>
                  <a:lnTo>
                    <a:pt x="158" y="5171"/>
                  </a:lnTo>
                  <a:lnTo>
                    <a:pt x="99" y="5171"/>
                  </a:lnTo>
                  <a:lnTo>
                    <a:pt x="40" y="5210"/>
                  </a:lnTo>
                  <a:lnTo>
                    <a:pt x="0" y="5270"/>
                  </a:lnTo>
                  <a:lnTo>
                    <a:pt x="0" y="5329"/>
                  </a:lnTo>
                  <a:lnTo>
                    <a:pt x="0" y="5329"/>
                  </a:lnTo>
                  <a:lnTo>
                    <a:pt x="0" y="5389"/>
                  </a:lnTo>
                  <a:lnTo>
                    <a:pt x="20" y="5428"/>
                  </a:lnTo>
                  <a:lnTo>
                    <a:pt x="59" y="5468"/>
                  </a:lnTo>
                  <a:lnTo>
                    <a:pt x="119" y="5488"/>
                  </a:lnTo>
                  <a:lnTo>
                    <a:pt x="119" y="33975"/>
                  </a:lnTo>
                  <a:lnTo>
                    <a:pt x="1882" y="35738"/>
                  </a:lnTo>
                  <a:lnTo>
                    <a:pt x="1882" y="53865"/>
                  </a:lnTo>
                  <a:lnTo>
                    <a:pt x="1961" y="53865"/>
                  </a:lnTo>
                  <a:lnTo>
                    <a:pt x="1961" y="35719"/>
                  </a:lnTo>
                  <a:lnTo>
                    <a:pt x="198" y="33936"/>
                  </a:lnTo>
                  <a:lnTo>
                    <a:pt x="198" y="30370"/>
                  </a:lnTo>
                  <a:lnTo>
                    <a:pt x="1466" y="29102"/>
                  </a:lnTo>
                  <a:lnTo>
                    <a:pt x="1466" y="29102"/>
                  </a:lnTo>
                  <a:lnTo>
                    <a:pt x="1506" y="29102"/>
                  </a:lnTo>
                  <a:lnTo>
                    <a:pt x="1545" y="29122"/>
                  </a:lnTo>
                  <a:lnTo>
                    <a:pt x="1545" y="29122"/>
                  </a:lnTo>
                  <a:lnTo>
                    <a:pt x="1624" y="29102"/>
                  </a:lnTo>
                  <a:lnTo>
                    <a:pt x="1664" y="29062"/>
                  </a:lnTo>
                  <a:lnTo>
                    <a:pt x="1704" y="29023"/>
                  </a:lnTo>
                  <a:lnTo>
                    <a:pt x="1724" y="28943"/>
                  </a:lnTo>
                  <a:lnTo>
                    <a:pt x="1724" y="28943"/>
                  </a:lnTo>
                  <a:lnTo>
                    <a:pt x="1704" y="28884"/>
                  </a:lnTo>
                  <a:lnTo>
                    <a:pt x="1664" y="28825"/>
                  </a:lnTo>
                  <a:lnTo>
                    <a:pt x="1624" y="28805"/>
                  </a:lnTo>
                  <a:lnTo>
                    <a:pt x="1545" y="28785"/>
                  </a:lnTo>
                  <a:lnTo>
                    <a:pt x="1545" y="28785"/>
                  </a:lnTo>
                  <a:lnTo>
                    <a:pt x="1486" y="28805"/>
                  </a:lnTo>
                  <a:lnTo>
                    <a:pt x="1426" y="28825"/>
                  </a:lnTo>
                  <a:lnTo>
                    <a:pt x="1407" y="28884"/>
                  </a:lnTo>
                  <a:lnTo>
                    <a:pt x="1387" y="28943"/>
                  </a:lnTo>
                  <a:lnTo>
                    <a:pt x="1387" y="28943"/>
                  </a:lnTo>
                  <a:lnTo>
                    <a:pt x="1387" y="29003"/>
                  </a:lnTo>
                  <a:lnTo>
                    <a:pt x="1407" y="29042"/>
                  </a:lnTo>
                  <a:lnTo>
                    <a:pt x="198" y="30251"/>
                  </a:lnTo>
                  <a:lnTo>
                    <a:pt x="198" y="23119"/>
                  </a:lnTo>
                  <a:lnTo>
                    <a:pt x="2932" y="20385"/>
                  </a:lnTo>
                  <a:lnTo>
                    <a:pt x="2932" y="12481"/>
                  </a:lnTo>
                  <a:lnTo>
                    <a:pt x="2932" y="12481"/>
                  </a:lnTo>
                  <a:lnTo>
                    <a:pt x="2991" y="12461"/>
                  </a:lnTo>
                  <a:lnTo>
                    <a:pt x="3031" y="12421"/>
                  </a:lnTo>
                  <a:lnTo>
                    <a:pt x="3051" y="12382"/>
                  </a:lnTo>
                  <a:lnTo>
                    <a:pt x="3051" y="12322"/>
                  </a:lnTo>
                  <a:lnTo>
                    <a:pt x="3051" y="12322"/>
                  </a:lnTo>
                  <a:lnTo>
                    <a:pt x="3051" y="12263"/>
                  </a:lnTo>
                  <a:lnTo>
                    <a:pt x="3011" y="12203"/>
                  </a:lnTo>
                  <a:lnTo>
                    <a:pt x="295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92" y="12164"/>
                  </a:lnTo>
                  <a:lnTo>
                    <a:pt x="2833" y="12164"/>
                  </a:lnTo>
                  <a:lnTo>
                    <a:pt x="2774" y="12203"/>
                  </a:lnTo>
                  <a:lnTo>
                    <a:pt x="2734" y="12263"/>
                  </a:lnTo>
                  <a:lnTo>
                    <a:pt x="2734" y="12322"/>
                  </a:lnTo>
                  <a:lnTo>
                    <a:pt x="2734" y="12322"/>
                  </a:lnTo>
                  <a:lnTo>
                    <a:pt x="2734" y="12382"/>
                  </a:lnTo>
                  <a:lnTo>
                    <a:pt x="2754" y="12421"/>
                  </a:lnTo>
                  <a:lnTo>
                    <a:pt x="2793" y="12461"/>
                  </a:lnTo>
                  <a:lnTo>
                    <a:pt x="2853" y="12481"/>
                  </a:lnTo>
                  <a:lnTo>
                    <a:pt x="2853" y="20346"/>
                  </a:lnTo>
                  <a:lnTo>
                    <a:pt x="198" y="23000"/>
                  </a:lnTo>
                  <a:lnTo>
                    <a:pt x="198" y="21158"/>
                  </a:lnTo>
                  <a:lnTo>
                    <a:pt x="1585" y="19771"/>
                  </a:lnTo>
                  <a:lnTo>
                    <a:pt x="1585" y="337"/>
                  </a:lnTo>
                  <a:lnTo>
                    <a:pt x="1585" y="337"/>
                  </a:lnTo>
                  <a:lnTo>
                    <a:pt x="1624" y="317"/>
                  </a:lnTo>
                  <a:lnTo>
                    <a:pt x="1664" y="277"/>
                  </a:lnTo>
                  <a:lnTo>
                    <a:pt x="1684" y="238"/>
                  </a:lnTo>
                  <a:lnTo>
                    <a:pt x="1684" y="178"/>
                  </a:lnTo>
                  <a:lnTo>
                    <a:pt x="1684" y="178"/>
                  </a:lnTo>
                  <a:lnTo>
                    <a:pt x="1684" y="119"/>
                  </a:lnTo>
                  <a:lnTo>
                    <a:pt x="1644" y="60"/>
                  </a:lnTo>
                  <a:lnTo>
                    <a:pt x="1585" y="20"/>
                  </a:lnTo>
                  <a:lnTo>
                    <a:pt x="1525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extrusionOk="0">
                  <a:moveTo>
                    <a:pt x="159" y="1"/>
                  </a:move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3"/>
            <p:cNvSpPr/>
            <p:nvPr/>
          </p:nvSpPr>
          <p:spPr>
            <a:xfrm>
              <a:off x="979525" y="1078725"/>
              <a:ext cx="54025" cy="1356075"/>
            </a:xfrm>
            <a:custGeom>
              <a:avLst/>
              <a:gdLst/>
              <a:ahLst/>
              <a:cxnLst/>
              <a:rect l="l" t="t" r="r" b="b"/>
              <a:pathLst>
                <a:path w="2161" h="54243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21"/>
                  </a:lnTo>
                  <a:lnTo>
                    <a:pt x="40" y="60"/>
                  </a:lnTo>
                  <a:lnTo>
                    <a:pt x="1" y="120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38"/>
                  </a:lnTo>
                  <a:lnTo>
                    <a:pt x="40" y="278"/>
                  </a:lnTo>
                  <a:lnTo>
                    <a:pt x="80" y="318"/>
                  </a:lnTo>
                  <a:lnTo>
                    <a:pt x="120" y="338"/>
                  </a:lnTo>
                  <a:lnTo>
                    <a:pt x="120" y="12996"/>
                  </a:lnTo>
                  <a:lnTo>
                    <a:pt x="2081" y="14958"/>
                  </a:lnTo>
                  <a:lnTo>
                    <a:pt x="2081" y="54242"/>
                  </a:lnTo>
                  <a:lnTo>
                    <a:pt x="2160" y="54242"/>
                  </a:lnTo>
                  <a:lnTo>
                    <a:pt x="2160" y="14938"/>
                  </a:lnTo>
                  <a:lnTo>
                    <a:pt x="199" y="12977"/>
                  </a:lnTo>
                  <a:lnTo>
                    <a:pt x="199" y="338"/>
                  </a:lnTo>
                  <a:lnTo>
                    <a:pt x="199" y="338"/>
                  </a:lnTo>
                  <a:lnTo>
                    <a:pt x="258" y="318"/>
                  </a:lnTo>
                  <a:lnTo>
                    <a:pt x="298" y="278"/>
                  </a:lnTo>
                  <a:lnTo>
                    <a:pt x="318" y="23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8" y="120"/>
                  </a:lnTo>
                  <a:lnTo>
                    <a:pt x="278" y="60"/>
                  </a:lnTo>
                  <a:lnTo>
                    <a:pt x="219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extrusionOk="0">
                  <a:moveTo>
                    <a:pt x="179" y="0"/>
                  </a:move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3"/>
            <p:cNvSpPr/>
            <p:nvPr/>
          </p:nvSpPr>
          <p:spPr>
            <a:xfrm>
              <a:off x="1003800" y="1025750"/>
              <a:ext cx="54500" cy="1409050"/>
            </a:xfrm>
            <a:custGeom>
              <a:avLst/>
              <a:gdLst/>
              <a:ahLst/>
              <a:cxnLst/>
              <a:rect l="l" t="t" r="r" b="b"/>
              <a:pathLst>
                <a:path w="2180" h="56362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99" y="20"/>
                  </a:lnTo>
                  <a:lnTo>
                    <a:pt x="60" y="59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7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4719"/>
                  </a:lnTo>
                  <a:lnTo>
                    <a:pt x="2100" y="16681"/>
                  </a:lnTo>
                  <a:lnTo>
                    <a:pt x="2100" y="56361"/>
                  </a:lnTo>
                  <a:lnTo>
                    <a:pt x="2180" y="56361"/>
                  </a:lnTo>
                  <a:lnTo>
                    <a:pt x="2180" y="16641"/>
                  </a:lnTo>
                  <a:lnTo>
                    <a:pt x="218" y="14680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98" y="277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59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extrusionOk="0">
                  <a:moveTo>
                    <a:pt x="178" y="1"/>
                  </a:move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3"/>
            <p:cNvSpPr/>
            <p:nvPr/>
          </p:nvSpPr>
          <p:spPr>
            <a:xfrm>
              <a:off x="428800" y="2022200"/>
              <a:ext cx="8425" cy="412600"/>
            </a:xfrm>
            <a:custGeom>
              <a:avLst/>
              <a:gdLst/>
              <a:ahLst/>
              <a:cxnLst/>
              <a:rect l="l" t="t" r="r" b="b"/>
              <a:pathLst>
                <a:path w="337" h="16504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9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16503"/>
                  </a:lnTo>
                  <a:lnTo>
                    <a:pt x="218" y="16503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extrusionOk="0">
                  <a:moveTo>
                    <a:pt x="1942" y="0"/>
                  </a:move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3"/>
            <p:cNvSpPr/>
            <p:nvPr/>
          </p:nvSpPr>
          <p:spPr>
            <a:xfrm>
              <a:off x="309425" y="1428400"/>
              <a:ext cx="54500" cy="1006400"/>
            </a:xfrm>
            <a:custGeom>
              <a:avLst/>
              <a:gdLst/>
              <a:ahLst/>
              <a:cxnLst/>
              <a:rect l="l" t="t" r="r" b="b"/>
              <a:pathLst>
                <a:path w="2180" h="40256" fill="none" extrusionOk="0">
                  <a:moveTo>
                    <a:pt x="2002" y="0"/>
                  </a:moveTo>
                  <a:lnTo>
                    <a:pt x="2002" y="0"/>
                  </a:lnTo>
                  <a:lnTo>
                    <a:pt x="2002" y="0"/>
                  </a:lnTo>
                  <a:lnTo>
                    <a:pt x="2002" y="0"/>
                  </a:lnTo>
                  <a:lnTo>
                    <a:pt x="1942" y="0"/>
                  </a:lnTo>
                  <a:lnTo>
                    <a:pt x="1883" y="40"/>
                  </a:lnTo>
                  <a:lnTo>
                    <a:pt x="1843" y="99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43" y="218"/>
                  </a:lnTo>
                  <a:lnTo>
                    <a:pt x="1863" y="258"/>
                  </a:lnTo>
                  <a:lnTo>
                    <a:pt x="1903" y="297"/>
                  </a:lnTo>
                  <a:lnTo>
                    <a:pt x="1962" y="317"/>
                  </a:lnTo>
                  <a:lnTo>
                    <a:pt x="1962" y="7508"/>
                  </a:lnTo>
                  <a:lnTo>
                    <a:pt x="21" y="9469"/>
                  </a:lnTo>
                  <a:lnTo>
                    <a:pt x="40" y="9489"/>
                  </a:lnTo>
                  <a:lnTo>
                    <a:pt x="1" y="9489"/>
                  </a:lnTo>
                  <a:lnTo>
                    <a:pt x="1" y="40255"/>
                  </a:lnTo>
                  <a:lnTo>
                    <a:pt x="80" y="40255"/>
                  </a:lnTo>
                  <a:lnTo>
                    <a:pt x="80" y="9509"/>
                  </a:lnTo>
                  <a:lnTo>
                    <a:pt x="2041" y="7548"/>
                  </a:lnTo>
                  <a:lnTo>
                    <a:pt x="2041" y="317"/>
                  </a:lnTo>
                  <a:lnTo>
                    <a:pt x="2041" y="317"/>
                  </a:lnTo>
                  <a:lnTo>
                    <a:pt x="2101" y="297"/>
                  </a:lnTo>
                  <a:lnTo>
                    <a:pt x="2140" y="258"/>
                  </a:lnTo>
                  <a:lnTo>
                    <a:pt x="216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99"/>
                  </a:lnTo>
                  <a:lnTo>
                    <a:pt x="2120" y="40"/>
                  </a:lnTo>
                  <a:lnTo>
                    <a:pt x="2061" y="0"/>
                  </a:lnTo>
                  <a:lnTo>
                    <a:pt x="200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extrusionOk="0">
                  <a:moveTo>
                    <a:pt x="4636" y="1"/>
                  </a:move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13"/>
            <p:cNvSpPr/>
            <p:nvPr/>
          </p:nvSpPr>
          <p:spPr>
            <a:xfrm>
              <a:off x="404525" y="1687900"/>
              <a:ext cx="119875" cy="746900"/>
            </a:xfrm>
            <a:custGeom>
              <a:avLst/>
              <a:gdLst/>
              <a:ahLst/>
              <a:cxnLst/>
              <a:rect l="l" t="t" r="r" b="b"/>
              <a:pathLst>
                <a:path w="4795" h="29876" fill="none" extrusionOk="0">
                  <a:moveTo>
                    <a:pt x="4636" y="1"/>
                  </a:moveTo>
                  <a:lnTo>
                    <a:pt x="4636" y="1"/>
                  </a:lnTo>
                  <a:lnTo>
                    <a:pt x="4577" y="21"/>
                  </a:lnTo>
                  <a:lnTo>
                    <a:pt x="4517" y="60"/>
                  </a:lnTo>
                  <a:lnTo>
                    <a:pt x="4478" y="120"/>
                  </a:lnTo>
                  <a:lnTo>
                    <a:pt x="4478" y="179"/>
                  </a:lnTo>
                  <a:lnTo>
                    <a:pt x="4478" y="179"/>
                  </a:lnTo>
                  <a:lnTo>
                    <a:pt x="4478" y="239"/>
                  </a:lnTo>
                  <a:lnTo>
                    <a:pt x="4497" y="278"/>
                  </a:lnTo>
                  <a:lnTo>
                    <a:pt x="4537" y="318"/>
                  </a:lnTo>
                  <a:lnTo>
                    <a:pt x="4596" y="338"/>
                  </a:lnTo>
                  <a:lnTo>
                    <a:pt x="4596" y="6736"/>
                  </a:lnTo>
                  <a:lnTo>
                    <a:pt x="199" y="11115"/>
                  </a:lnTo>
                  <a:lnTo>
                    <a:pt x="199" y="5825"/>
                  </a:lnTo>
                  <a:lnTo>
                    <a:pt x="199" y="5825"/>
                  </a:lnTo>
                  <a:lnTo>
                    <a:pt x="258" y="5805"/>
                  </a:lnTo>
                  <a:lnTo>
                    <a:pt x="298" y="5766"/>
                  </a:lnTo>
                  <a:lnTo>
                    <a:pt x="317" y="5706"/>
                  </a:lnTo>
                  <a:lnTo>
                    <a:pt x="337" y="5667"/>
                  </a:lnTo>
                  <a:lnTo>
                    <a:pt x="337" y="5667"/>
                  </a:lnTo>
                  <a:lnTo>
                    <a:pt x="317" y="5587"/>
                  </a:lnTo>
                  <a:lnTo>
                    <a:pt x="278" y="5548"/>
                  </a:lnTo>
                  <a:lnTo>
                    <a:pt x="218" y="550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159" y="5488"/>
                  </a:lnTo>
                  <a:lnTo>
                    <a:pt x="99" y="5508"/>
                  </a:lnTo>
                  <a:lnTo>
                    <a:pt x="40" y="5548"/>
                  </a:lnTo>
                  <a:lnTo>
                    <a:pt x="0" y="5587"/>
                  </a:lnTo>
                  <a:lnTo>
                    <a:pt x="0" y="5667"/>
                  </a:lnTo>
                  <a:lnTo>
                    <a:pt x="0" y="5667"/>
                  </a:lnTo>
                  <a:lnTo>
                    <a:pt x="0" y="5706"/>
                  </a:lnTo>
                  <a:lnTo>
                    <a:pt x="20" y="5766"/>
                  </a:lnTo>
                  <a:lnTo>
                    <a:pt x="60" y="5805"/>
                  </a:lnTo>
                  <a:lnTo>
                    <a:pt x="119" y="5825"/>
                  </a:lnTo>
                  <a:lnTo>
                    <a:pt x="119" y="29875"/>
                  </a:lnTo>
                  <a:lnTo>
                    <a:pt x="199" y="29875"/>
                  </a:lnTo>
                  <a:lnTo>
                    <a:pt x="199" y="11233"/>
                  </a:lnTo>
                  <a:lnTo>
                    <a:pt x="4676" y="6756"/>
                  </a:lnTo>
                  <a:lnTo>
                    <a:pt x="4676" y="338"/>
                  </a:lnTo>
                  <a:lnTo>
                    <a:pt x="4676" y="338"/>
                  </a:lnTo>
                  <a:lnTo>
                    <a:pt x="4735" y="318"/>
                  </a:lnTo>
                  <a:lnTo>
                    <a:pt x="4775" y="278"/>
                  </a:lnTo>
                  <a:lnTo>
                    <a:pt x="4795" y="239"/>
                  </a:lnTo>
                  <a:lnTo>
                    <a:pt x="4795" y="179"/>
                  </a:lnTo>
                  <a:lnTo>
                    <a:pt x="4795" y="179"/>
                  </a:lnTo>
                  <a:lnTo>
                    <a:pt x="4795" y="120"/>
                  </a:lnTo>
                  <a:lnTo>
                    <a:pt x="4755" y="60"/>
                  </a:lnTo>
                  <a:lnTo>
                    <a:pt x="4696" y="21"/>
                  </a:lnTo>
                  <a:lnTo>
                    <a:pt x="4636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1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extrusionOk="0">
                  <a:moveTo>
                    <a:pt x="178" y="0"/>
                  </a:move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13"/>
            <p:cNvSpPr/>
            <p:nvPr/>
          </p:nvSpPr>
          <p:spPr>
            <a:xfrm>
              <a:off x="434250" y="1977150"/>
              <a:ext cx="55975" cy="457650"/>
            </a:xfrm>
            <a:custGeom>
              <a:avLst/>
              <a:gdLst/>
              <a:ahLst/>
              <a:cxnLst/>
              <a:rect l="l" t="t" r="r" b="b"/>
              <a:pathLst>
                <a:path w="2239" h="18306" fill="none" extrusionOk="0">
                  <a:moveTo>
                    <a:pt x="178" y="0"/>
                  </a:moveTo>
                  <a:lnTo>
                    <a:pt x="178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99" y="20"/>
                  </a:lnTo>
                  <a:lnTo>
                    <a:pt x="59" y="60"/>
                  </a:lnTo>
                  <a:lnTo>
                    <a:pt x="20" y="9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59" y="297"/>
                  </a:lnTo>
                  <a:lnTo>
                    <a:pt x="99" y="317"/>
                  </a:lnTo>
                  <a:lnTo>
                    <a:pt x="178" y="337"/>
                  </a:lnTo>
                  <a:lnTo>
                    <a:pt x="178" y="337"/>
                  </a:lnTo>
                  <a:lnTo>
                    <a:pt x="218" y="337"/>
                  </a:lnTo>
                  <a:lnTo>
                    <a:pt x="258" y="317"/>
                  </a:lnTo>
                  <a:lnTo>
                    <a:pt x="2140" y="2199"/>
                  </a:lnTo>
                  <a:lnTo>
                    <a:pt x="2140" y="18305"/>
                  </a:lnTo>
                  <a:lnTo>
                    <a:pt x="2239" y="18305"/>
                  </a:lnTo>
                  <a:lnTo>
                    <a:pt x="2239" y="2179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17" y="99"/>
                  </a:lnTo>
                  <a:lnTo>
                    <a:pt x="297" y="60"/>
                  </a:lnTo>
                  <a:lnTo>
                    <a:pt x="238" y="20"/>
                  </a:lnTo>
                  <a:lnTo>
                    <a:pt x="178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1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extrusionOk="0">
                  <a:moveTo>
                    <a:pt x="178" y="1"/>
                  </a:move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13"/>
            <p:cNvSpPr/>
            <p:nvPr/>
          </p:nvSpPr>
          <p:spPr>
            <a:xfrm>
              <a:off x="891875" y="1444725"/>
              <a:ext cx="120375" cy="990075"/>
            </a:xfrm>
            <a:custGeom>
              <a:avLst/>
              <a:gdLst/>
              <a:ahLst/>
              <a:cxnLst/>
              <a:rect l="l" t="t" r="r" b="b"/>
              <a:pathLst>
                <a:path w="4815" h="39603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21"/>
                  </a:lnTo>
                  <a:lnTo>
                    <a:pt x="60" y="60"/>
                  </a:lnTo>
                  <a:lnTo>
                    <a:pt x="20" y="100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20" y="219"/>
                  </a:lnTo>
                  <a:lnTo>
                    <a:pt x="40" y="278"/>
                  </a:lnTo>
                  <a:lnTo>
                    <a:pt x="79" y="318"/>
                  </a:lnTo>
                  <a:lnTo>
                    <a:pt x="139" y="338"/>
                  </a:lnTo>
                  <a:lnTo>
                    <a:pt x="139" y="6756"/>
                  </a:lnTo>
                  <a:lnTo>
                    <a:pt x="4616" y="11233"/>
                  </a:lnTo>
                  <a:lnTo>
                    <a:pt x="4616" y="39602"/>
                  </a:lnTo>
                  <a:lnTo>
                    <a:pt x="4695" y="39602"/>
                  </a:lnTo>
                  <a:lnTo>
                    <a:pt x="4695" y="5805"/>
                  </a:lnTo>
                  <a:lnTo>
                    <a:pt x="4695" y="5805"/>
                  </a:lnTo>
                  <a:lnTo>
                    <a:pt x="4735" y="5785"/>
                  </a:lnTo>
                  <a:lnTo>
                    <a:pt x="4775" y="5766"/>
                  </a:lnTo>
                  <a:lnTo>
                    <a:pt x="4814" y="5706"/>
                  </a:lnTo>
                  <a:lnTo>
                    <a:pt x="4814" y="5647"/>
                  </a:lnTo>
                  <a:lnTo>
                    <a:pt x="4814" y="5647"/>
                  </a:lnTo>
                  <a:lnTo>
                    <a:pt x="4814" y="5587"/>
                  </a:lnTo>
                  <a:lnTo>
                    <a:pt x="4775" y="5528"/>
                  </a:lnTo>
                  <a:lnTo>
                    <a:pt x="4715" y="5508"/>
                  </a:lnTo>
                  <a:lnTo>
                    <a:pt x="4656" y="5488"/>
                  </a:lnTo>
                  <a:lnTo>
                    <a:pt x="4656" y="5488"/>
                  </a:lnTo>
                  <a:lnTo>
                    <a:pt x="4576" y="5508"/>
                  </a:lnTo>
                  <a:lnTo>
                    <a:pt x="4537" y="5528"/>
                  </a:lnTo>
                  <a:lnTo>
                    <a:pt x="4497" y="5587"/>
                  </a:lnTo>
                  <a:lnTo>
                    <a:pt x="4477" y="5647"/>
                  </a:lnTo>
                  <a:lnTo>
                    <a:pt x="4477" y="5647"/>
                  </a:lnTo>
                  <a:lnTo>
                    <a:pt x="4497" y="5706"/>
                  </a:lnTo>
                  <a:lnTo>
                    <a:pt x="4517" y="5766"/>
                  </a:lnTo>
                  <a:lnTo>
                    <a:pt x="4557" y="5785"/>
                  </a:lnTo>
                  <a:lnTo>
                    <a:pt x="4616" y="5805"/>
                  </a:lnTo>
                  <a:lnTo>
                    <a:pt x="4616" y="11115"/>
                  </a:lnTo>
                  <a:lnTo>
                    <a:pt x="218" y="6717"/>
                  </a:lnTo>
                  <a:lnTo>
                    <a:pt x="218" y="338"/>
                  </a:lnTo>
                  <a:lnTo>
                    <a:pt x="218" y="338"/>
                  </a:lnTo>
                  <a:lnTo>
                    <a:pt x="258" y="318"/>
                  </a:lnTo>
                  <a:lnTo>
                    <a:pt x="297" y="278"/>
                  </a:lnTo>
                  <a:lnTo>
                    <a:pt x="337" y="219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37" y="100"/>
                  </a:lnTo>
                  <a:lnTo>
                    <a:pt x="297" y="60"/>
                  </a:lnTo>
                  <a:lnTo>
                    <a:pt x="238" y="2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extrusionOk="0">
                  <a:moveTo>
                    <a:pt x="1942" y="1"/>
                  </a:move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3"/>
            <p:cNvSpPr/>
            <p:nvPr/>
          </p:nvSpPr>
          <p:spPr>
            <a:xfrm>
              <a:off x="382725" y="1322400"/>
              <a:ext cx="54500" cy="1112400"/>
            </a:xfrm>
            <a:custGeom>
              <a:avLst/>
              <a:gdLst/>
              <a:ahLst/>
              <a:cxnLst/>
              <a:rect l="l" t="t" r="r" b="b"/>
              <a:pathLst>
                <a:path w="2180" h="44496" fill="none" extrusionOk="0">
                  <a:moveTo>
                    <a:pt x="2021" y="1"/>
                  </a:moveTo>
                  <a:lnTo>
                    <a:pt x="2021" y="1"/>
                  </a:lnTo>
                  <a:lnTo>
                    <a:pt x="1942" y="1"/>
                  </a:lnTo>
                  <a:lnTo>
                    <a:pt x="1903" y="40"/>
                  </a:lnTo>
                  <a:lnTo>
                    <a:pt x="1863" y="100"/>
                  </a:lnTo>
                  <a:lnTo>
                    <a:pt x="1843" y="159"/>
                  </a:lnTo>
                  <a:lnTo>
                    <a:pt x="1843" y="159"/>
                  </a:lnTo>
                  <a:lnTo>
                    <a:pt x="1863" y="218"/>
                  </a:lnTo>
                  <a:lnTo>
                    <a:pt x="1883" y="258"/>
                  </a:lnTo>
                  <a:lnTo>
                    <a:pt x="1922" y="298"/>
                  </a:lnTo>
                  <a:lnTo>
                    <a:pt x="1982" y="318"/>
                  </a:lnTo>
                  <a:lnTo>
                    <a:pt x="1982" y="12957"/>
                  </a:lnTo>
                  <a:lnTo>
                    <a:pt x="1" y="14918"/>
                  </a:lnTo>
                  <a:lnTo>
                    <a:pt x="1" y="44495"/>
                  </a:lnTo>
                  <a:lnTo>
                    <a:pt x="100" y="44495"/>
                  </a:lnTo>
                  <a:lnTo>
                    <a:pt x="100" y="14958"/>
                  </a:lnTo>
                  <a:lnTo>
                    <a:pt x="2061" y="12996"/>
                  </a:lnTo>
                  <a:lnTo>
                    <a:pt x="2061" y="318"/>
                  </a:lnTo>
                  <a:lnTo>
                    <a:pt x="2061" y="318"/>
                  </a:lnTo>
                  <a:lnTo>
                    <a:pt x="2101" y="298"/>
                  </a:lnTo>
                  <a:lnTo>
                    <a:pt x="2140" y="258"/>
                  </a:lnTo>
                  <a:lnTo>
                    <a:pt x="2180" y="218"/>
                  </a:lnTo>
                  <a:lnTo>
                    <a:pt x="2180" y="159"/>
                  </a:lnTo>
                  <a:lnTo>
                    <a:pt x="2180" y="159"/>
                  </a:lnTo>
                  <a:lnTo>
                    <a:pt x="2160" y="100"/>
                  </a:lnTo>
                  <a:lnTo>
                    <a:pt x="2140" y="40"/>
                  </a:lnTo>
                  <a:lnTo>
                    <a:pt x="2081" y="1"/>
                  </a:lnTo>
                  <a:lnTo>
                    <a:pt x="202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extrusionOk="0">
                  <a:moveTo>
                    <a:pt x="1941" y="1"/>
                  </a:move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3"/>
            <p:cNvSpPr/>
            <p:nvPr/>
          </p:nvSpPr>
          <p:spPr>
            <a:xfrm>
              <a:off x="358475" y="1269400"/>
              <a:ext cx="54500" cy="1165400"/>
            </a:xfrm>
            <a:custGeom>
              <a:avLst/>
              <a:gdLst/>
              <a:ahLst/>
              <a:cxnLst/>
              <a:rect l="l" t="t" r="r" b="b"/>
              <a:pathLst>
                <a:path w="2180" h="46616" fill="none" extrusionOk="0">
                  <a:moveTo>
                    <a:pt x="2001" y="1"/>
                  </a:moveTo>
                  <a:lnTo>
                    <a:pt x="2001" y="1"/>
                  </a:lnTo>
                  <a:lnTo>
                    <a:pt x="2001" y="1"/>
                  </a:lnTo>
                  <a:lnTo>
                    <a:pt x="2001" y="1"/>
                  </a:lnTo>
                  <a:lnTo>
                    <a:pt x="1941" y="1"/>
                  </a:lnTo>
                  <a:lnTo>
                    <a:pt x="1882" y="40"/>
                  </a:lnTo>
                  <a:lnTo>
                    <a:pt x="1842" y="100"/>
                  </a:lnTo>
                  <a:lnTo>
                    <a:pt x="1842" y="159"/>
                  </a:lnTo>
                  <a:lnTo>
                    <a:pt x="1842" y="159"/>
                  </a:lnTo>
                  <a:lnTo>
                    <a:pt x="1842" y="219"/>
                  </a:lnTo>
                  <a:lnTo>
                    <a:pt x="1862" y="258"/>
                  </a:lnTo>
                  <a:lnTo>
                    <a:pt x="1902" y="298"/>
                  </a:lnTo>
                  <a:lnTo>
                    <a:pt x="1961" y="318"/>
                  </a:lnTo>
                  <a:lnTo>
                    <a:pt x="1961" y="14680"/>
                  </a:lnTo>
                  <a:lnTo>
                    <a:pt x="0" y="16642"/>
                  </a:lnTo>
                  <a:lnTo>
                    <a:pt x="0" y="46615"/>
                  </a:lnTo>
                  <a:lnTo>
                    <a:pt x="79" y="46615"/>
                  </a:lnTo>
                  <a:lnTo>
                    <a:pt x="79" y="16662"/>
                  </a:lnTo>
                  <a:lnTo>
                    <a:pt x="2041" y="14700"/>
                  </a:lnTo>
                  <a:lnTo>
                    <a:pt x="2041" y="318"/>
                  </a:lnTo>
                  <a:lnTo>
                    <a:pt x="2041" y="318"/>
                  </a:lnTo>
                  <a:lnTo>
                    <a:pt x="2100" y="298"/>
                  </a:lnTo>
                  <a:lnTo>
                    <a:pt x="2140" y="258"/>
                  </a:lnTo>
                  <a:lnTo>
                    <a:pt x="2159" y="219"/>
                  </a:lnTo>
                  <a:lnTo>
                    <a:pt x="2179" y="159"/>
                  </a:lnTo>
                  <a:lnTo>
                    <a:pt x="2179" y="159"/>
                  </a:lnTo>
                  <a:lnTo>
                    <a:pt x="2159" y="100"/>
                  </a:lnTo>
                  <a:lnTo>
                    <a:pt x="2120" y="40"/>
                  </a:lnTo>
                  <a:lnTo>
                    <a:pt x="2060" y="1"/>
                  </a:lnTo>
                  <a:lnTo>
                    <a:pt x="2001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extrusionOk="0">
                  <a:moveTo>
                    <a:pt x="100" y="1"/>
                  </a:move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13"/>
            <p:cNvSpPr/>
            <p:nvPr/>
          </p:nvSpPr>
          <p:spPr>
            <a:xfrm>
              <a:off x="979525" y="1779025"/>
              <a:ext cx="8450" cy="655775"/>
            </a:xfrm>
            <a:custGeom>
              <a:avLst/>
              <a:gdLst/>
              <a:ahLst/>
              <a:cxnLst/>
              <a:rect l="l" t="t" r="r" b="b"/>
              <a:pathLst>
                <a:path w="338" h="26231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00" y="1"/>
                  </a:lnTo>
                  <a:lnTo>
                    <a:pt x="40" y="41"/>
                  </a:lnTo>
                  <a:lnTo>
                    <a:pt x="1" y="100"/>
                  </a:lnTo>
                  <a:lnTo>
                    <a:pt x="1" y="159"/>
                  </a:lnTo>
                  <a:lnTo>
                    <a:pt x="1" y="159"/>
                  </a:lnTo>
                  <a:lnTo>
                    <a:pt x="1" y="219"/>
                  </a:lnTo>
                  <a:lnTo>
                    <a:pt x="40" y="258"/>
                  </a:lnTo>
                  <a:lnTo>
                    <a:pt x="80" y="298"/>
                  </a:lnTo>
                  <a:lnTo>
                    <a:pt x="120" y="318"/>
                  </a:lnTo>
                  <a:lnTo>
                    <a:pt x="120" y="26230"/>
                  </a:lnTo>
                  <a:lnTo>
                    <a:pt x="199" y="26230"/>
                  </a:lnTo>
                  <a:lnTo>
                    <a:pt x="199" y="318"/>
                  </a:lnTo>
                  <a:lnTo>
                    <a:pt x="199" y="318"/>
                  </a:lnTo>
                  <a:lnTo>
                    <a:pt x="258" y="298"/>
                  </a:lnTo>
                  <a:lnTo>
                    <a:pt x="298" y="258"/>
                  </a:lnTo>
                  <a:lnTo>
                    <a:pt x="318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8" y="100"/>
                  </a:lnTo>
                  <a:lnTo>
                    <a:pt x="278" y="41"/>
                  </a:lnTo>
                  <a:lnTo>
                    <a:pt x="219" y="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1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13"/>
            <p:cNvSpPr/>
            <p:nvPr/>
          </p:nvSpPr>
          <p:spPr>
            <a:xfrm>
              <a:off x="538750" y="1510100"/>
              <a:ext cx="54000" cy="924700"/>
            </a:xfrm>
            <a:custGeom>
              <a:avLst/>
              <a:gdLst/>
              <a:ahLst/>
              <a:cxnLst/>
              <a:rect l="l" t="t" r="r" b="b"/>
              <a:pathLst>
                <a:path w="2160" h="36988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219"/>
                  </a:lnTo>
                  <a:lnTo>
                    <a:pt x="40" y="278"/>
                  </a:lnTo>
                  <a:lnTo>
                    <a:pt x="79" y="298"/>
                  </a:lnTo>
                  <a:lnTo>
                    <a:pt x="119" y="318"/>
                  </a:lnTo>
                  <a:lnTo>
                    <a:pt x="119" y="3270"/>
                  </a:lnTo>
                  <a:lnTo>
                    <a:pt x="2080" y="5231"/>
                  </a:lnTo>
                  <a:lnTo>
                    <a:pt x="2080" y="36987"/>
                  </a:lnTo>
                  <a:lnTo>
                    <a:pt x="2159" y="36987"/>
                  </a:lnTo>
                  <a:lnTo>
                    <a:pt x="2159" y="5191"/>
                  </a:lnTo>
                  <a:lnTo>
                    <a:pt x="198" y="3230"/>
                  </a:lnTo>
                  <a:lnTo>
                    <a:pt x="198" y="318"/>
                  </a:lnTo>
                  <a:lnTo>
                    <a:pt x="198" y="318"/>
                  </a:lnTo>
                  <a:lnTo>
                    <a:pt x="258" y="298"/>
                  </a:lnTo>
                  <a:lnTo>
                    <a:pt x="297" y="278"/>
                  </a:lnTo>
                  <a:lnTo>
                    <a:pt x="31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7" y="40"/>
                  </a:lnTo>
                  <a:lnTo>
                    <a:pt x="21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extrusionOk="0">
                  <a:moveTo>
                    <a:pt x="159" y="0"/>
                  </a:move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3"/>
            <p:cNvSpPr/>
            <p:nvPr/>
          </p:nvSpPr>
          <p:spPr>
            <a:xfrm>
              <a:off x="516450" y="1278825"/>
              <a:ext cx="54025" cy="1155975"/>
            </a:xfrm>
            <a:custGeom>
              <a:avLst/>
              <a:gdLst/>
              <a:ahLst/>
              <a:cxnLst/>
              <a:rect l="l" t="t" r="r" b="b"/>
              <a:pathLst>
                <a:path w="2161" h="46239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100" y="20"/>
                  </a:lnTo>
                  <a:lnTo>
                    <a:pt x="40" y="60"/>
                  </a:lnTo>
                  <a:lnTo>
                    <a:pt x="1" y="99"/>
                  </a:lnTo>
                  <a:lnTo>
                    <a:pt x="1" y="179"/>
                  </a:lnTo>
                  <a:lnTo>
                    <a:pt x="1" y="179"/>
                  </a:lnTo>
                  <a:lnTo>
                    <a:pt x="1" y="218"/>
                  </a:lnTo>
                  <a:lnTo>
                    <a:pt x="20" y="278"/>
                  </a:lnTo>
                  <a:lnTo>
                    <a:pt x="60" y="297"/>
                  </a:lnTo>
                  <a:lnTo>
                    <a:pt x="119" y="337"/>
                  </a:lnTo>
                  <a:lnTo>
                    <a:pt x="119" y="12996"/>
                  </a:lnTo>
                  <a:lnTo>
                    <a:pt x="2081" y="14957"/>
                  </a:lnTo>
                  <a:lnTo>
                    <a:pt x="2081" y="46238"/>
                  </a:lnTo>
                  <a:lnTo>
                    <a:pt x="2160" y="46238"/>
                  </a:lnTo>
                  <a:lnTo>
                    <a:pt x="2160" y="14918"/>
                  </a:lnTo>
                  <a:lnTo>
                    <a:pt x="199" y="12956"/>
                  </a:lnTo>
                  <a:lnTo>
                    <a:pt x="199" y="337"/>
                  </a:lnTo>
                  <a:lnTo>
                    <a:pt x="199" y="337"/>
                  </a:lnTo>
                  <a:lnTo>
                    <a:pt x="258" y="297"/>
                  </a:lnTo>
                  <a:lnTo>
                    <a:pt x="298" y="278"/>
                  </a:lnTo>
                  <a:lnTo>
                    <a:pt x="318" y="218"/>
                  </a:lnTo>
                  <a:lnTo>
                    <a:pt x="318" y="179"/>
                  </a:lnTo>
                  <a:lnTo>
                    <a:pt x="318" y="179"/>
                  </a:lnTo>
                  <a:lnTo>
                    <a:pt x="318" y="99"/>
                  </a:lnTo>
                  <a:lnTo>
                    <a:pt x="278" y="60"/>
                  </a:lnTo>
                  <a:lnTo>
                    <a:pt x="219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1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extrusionOk="0">
                  <a:moveTo>
                    <a:pt x="159" y="0"/>
                  </a:move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13"/>
            <p:cNvSpPr/>
            <p:nvPr/>
          </p:nvSpPr>
          <p:spPr>
            <a:xfrm>
              <a:off x="611550" y="1825100"/>
              <a:ext cx="8450" cy="609700"/>
            </a:xfrm>
            <a:custGeom>
              <a:avLst/>
              <a:gdLst/>
              <a:ahLst/>
              <a:cxnLst/>
              <a:rect l="l" t="t" r="r" b="b"/>
              <a:pathLst>
                <a:path w="338" h="24388" fill="none" extrusionOk="0">
                  <a:moveTo>
                    <a:pt x="159" y="0"/>
                  </a:moveTo>
                  <a:lnTo>
                    <a:pt x="159" y="0"/>
                  </a:lnTo>
                  <a:lnTo>
                    <a:pt x="99" y="20"/>
                  </a:lnTo>
                  <a:lnTo>
                    <a:pt x="40" y="60"/>
                  </a:lnTo>
                  <a:lnTo>
                    <a:pt x="20" y="99"/>
                  </a:lnTo>
                  <a:lnTo>
                    <a:pt x="0" y="179"/>
                  </a:lnTo>
                  <a:lnTo>
                    <a:pt x="0" y="179"/>
                  </a:lnTo>
                  <a:lnTo>
                    <a:pt x="0" y="21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19" y="337"/>
                  </a:lnTo>
                  <a:lnTo>
                    <a:pt x="119" y="24387"/>
                  </a:lnTo>
                  <a:lnTo>
                    <a:pt x="198" y="24387"/>
                  </a:lnTo>
                  <a:lnTo>
                    <a:pt x="198" y="337"/>
                  </a:lnTo>
                  <a:lnTo>
                    <a:pt x="198" y="337"/>
                  </a:lnTo>
                  <a:lnTo>
                    <a:pt x="258" y="317"/>
                  </a:lnTo>
                  <a:lnTo>
                    <a:pt x="297" y="278"/>
                  </a:lnTo>
                  <a:lnTo>
                    <a:pt x="317" y="218"/>
                  </a:lnTo>
                  <a:lnTo>
                    <a:pt x="337" y="179"/>
                  </a:lnTo>
                  <a:lnTo>
                    <a:pt x="337" y="179"/>
                  </a:lnTo>
                  <a:lnTo>
                    <a:pt x="317" y="99"/>
                  </a:lnTo>
                  <a:lnTo>
                    <a:pt x="278" y="60"/>
                  </a:lnTo>
                  <a:lnTo>
                    <a:pt x="238" y="20"/>
                  </a:lnTo>
                  <a:lnTo>
                    <a:pt x="15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1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extrusionOk="0">
                  <a:moveTo>
                    <a:pt x="2061" y="0"/>
                  </a:move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13"/>
            <p:cNvSpPr/>
            <p:nvPr/>
          </p:nvSpPr>
          <p:spPr>
            <a:xfrm>
              <a:off x="926525" y="1733975"/>
              <a:ext cx="56000" cy="700825"/>
            </a:xfrm>
            <a:custGeom>
              <a:avLst/>
              <a:gdLst/>
              <a:ahLst/>
              <a:cxnLst/>
              <a:rect l="l" t="t" r="r" b="b"/>
              <a:pathLst>
                <a:path w="2240" h="28033" fill="none" extrusionOk="0">
                  <a:moveTo>
                    <a:pt x="2061" y="0"/>
                  </a:moveTo>
                  <a:lnTo>
                    <a:pt x="2061" y="0"/>
                  </a:lnTo>
                  <a:lnTo>
                    <a:pt x="2002" y="20"/>
                  </a:lnTo>
                  <a:lnTo>
                    <a:pt x="1942" y="40"/>
                  </a:lnTo>
                  <a:lnTo>
                    <a:pt x="1903" y="99"/>
                  </a:lnTo>
                  <a:lnTo>
                    <a:pt x="1903" y="159"/>
                  </a:lnTo>
                  <a:lnTo>
                    <a:pt x="1903" y="159"/>
                  </a:lnTo>
                  <a:lnTo>
                    <a:pt x="1903" y="218"/>
                  </a:lnTo>
                  <a:lnTo>
                    <a:pt x="1923" y="258"/>
                  </a:lnTo>
                  <a:lnTo>
                    <a:pt x="1" y="2160"/>
                  </a:lnTo>
                  <a:lnTo>
                    <a:pt x="1" y="28032"/>
                  </a:lnTo>
                  <a:lnTo>
                    <a:pt x="80" y="28032"/>
                  </a:lnTo>
                  <a:lnTo>
                    <a:pt x="80" y="2199"/>
                  </a:lnTo>
                  <a:lnTo>
                    <a:pt x="1982" y="317"/>
                  </a:lnTo>
                  <a:lnTo>
                    <a:pt x="1982" y="317"/>
                  </a:lnTo>
                  <a:lnTo>
                    <a:pt x="2022" y="337"/>
                  </a:lnTo>
                  <a:lnTo>
                    <a:pt x="2061" y="337"/>
                  </a:lnTo>
                  <a:lnTo>
                    <a:pt x="2061" y="337"/>
                  </a:lnTo>
                  <a:lnTo>
                    <a:pt x="2121" y="317"/>
                  </a:lnTo>
                  <a:lnTo>
                    <a:pt x="2180" y="278"/>
                  </a:lnTo>
                  <a:lnTo>
                    <a:pt x="2220" y="238"/>
                  </a:lnTo>
                  <a:lnTo>
                    <a:pt x="2240" y="159"/>
                  </a:lnTo>
                  <a:lnTo>
                    <a:pt x="2240" y="159"/>
                  </a:lnTo>
                  <a:lnTo>
                    <a:pt x="2220" y="99"/>
                  </a:lnTo>
                  <a:lnTo>
                    <a:pt x="2180" y="40"/>
                  </a:lnTo>
                  <a:lnTo>
                    <a:pt x="2121" y="20"/>
                  </a:lnTo>
                  <a:lnTo>
                    <a:pt x="2061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extrusionOk="0">
                  <a:moveTo>
                    <a:pt x="1744" y="1"/>
                  </a:move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3"/>
            <p:cNvSpPr/>
            <p:nvPr/>
          </p:nvSpPr>
          <p:spPr>
            <a:xfrm>
              <a:off x="472875" y="1899875"/>
              <a:ext cx="49550" cy="534925"/>
            </a:xfrm>
            <a:custGeom>
              <a:avLst/>
              <a:gdLst/>
              <a:ahLst/>
              <a:cxnLst/>
              <a:rect l="l" t="t" r="r" b="b"/>
              <a:pathLst>
                <a:path w="1982" h="21397" fill="none" extrusionOk="0">
                  <a:moveTo>
                    <a:pt x="1803" y="1"/>
                  </a:moveTo>
                  <a:lnTo>
                    <a:pt x="1803" y="1"/>
                  </a:lnTo>
                  <a:lnTo>
                    <a:pt x="1744" y="1"/>
                  </a:lnTo>
                  <a:lnTo>
                    <a:pt x="1684" y="40"/>
                  </a:lnTo>
                  <a:lnTo>
                    <a:pt x="1664" y="100"/>
                  </a:lnTo>
                  <a:lnTo>
                    <a:pt x="1645" y="159"/>
                  </a:lnTo>
                  <a:lnTo>
                    <a:pt x="1645" y="159"/>
                  </a:lnTo>
                  <a:lnTo>
                    <a:pt x="1645" y="199"/>
                  </a:lnTo>
                  <a:lnTo>
                    <a:pt x="1664" y="258"/>
                  </a:lnTo>
                  <a:lnTo>
                    <a:pt x="0" y="1922"/>
                  </a:lnTo>
                  <a:lnTo>
                    <a:pt x="0" y="3111"/>
                  </a:lnTo>
                  <a:lnTo>
                    <a:pt x="1763" y="4874"/>
                  </a:lnTo>
                  <a:lnTo>
                    <a:pt x="1763" y="21396"/>
                  </a:lnTo>
                  <a:lnTo>
                    <a:pt x="1862" y="21396"/>
                  </a:lnTo>
                  <a:lnTo>
                    <a:pt x="1862" y="4834"/>
                  </a:lnTo>
                  <a:lnTo>
                    <a:pt x="1862" y="2735"/>
                  </a:lnTo>
                  <a:lnTo>
                    <a:pt x="1862" y="2735"/>
                  </a:lnTo>
                  <a:lnTo>
                    <a:pt x="1902" y="2715"/>
                  </a:lnTo>
                  <a:lnTo>
                    <a:pt x="1942" y="2675"/>
                  </a:lnTo>
                  <a:lnTo>
                    <a:pt x="1962" y="2636"/>
                  </a:lnTo>
                  <a:lnTo>
                    <a:pt x="1981" y="2576"/>
                  </a:lnTo>
                  <a:lnTo>
                    <a:pt x="1981" y="2576"/>
                  </a:lnTo>
                  <a:lnTo>
                    <a:pt x="1962" y="2517"/>
                  </a:lnTo>
                  <a:lnTo>
                    <a:pt x="1922" y="2457"/>
                  </a:lnTo>
                  <a:lnTo>
                    <a:pt x="1882" y="2418"/>
                  </a:lnTo>
                  <a:lnTo>
                    <a:pt x="1803" y="2418"/>
                  </a:lnTo>
                  <a:lnTo>
                    <a:pt x="1803" y="2418"/>
                  </a:lnTo>
                  <a:lnTo>
                    <a:pt x="1744" y="2418"/>
                  </a:lnTo>
                  <a:lnTo>
                    <a:pt x="1684" y="2457"/>
                  </a:lnTo>
                  <a:lnTo>
                    <a:pt x="1664" y="2517"/>
                  </a:lnTo>
                  <a:lnTo>
                    <a:pt x="1645" y="2576"/>
                  </a:lnTo>
                  <a:lnTo>
                    <a:pt x="1645" y="2576"/>
                  </a:lnTo>
                  <a:lnTo>
                    <a:pt x="1645" y="2636"/>
                  </a:lnTo>
                  <a:lnTo>
                    <a:pt x="1684" y="2675"/>
                  </a:lnTo>
                  <a:lnTo>
                    <a:pt x="1724" y="2715"/>
                  </a:lnTo>
                  <a:lnTo>
                    <a:pt x="1763" y="2735"/>
                  </a:lnTo>
                  <a:lnTo>
                    <a:pt x="1763" y="4755"/>
                  </a:lnTo>
                  <a:lnTo>
                    <a:pt x="80" y="3071"/>
                  </a:lnTo>
                  <a:lnTo>
                    <a:pt x="80" y="1962"/>
                  </a:lnTo>
                  <a:lnTo>
                    <a:pt x="1744" y="298"/>
                  </a:lnTo>
                  <a:lnTo>
                    <a:pt x="1744" y="298"/>
                  </a:lnTo>
                  <a:lnTo>
                    <a:pt x="1803" y="318"/>
                  </a:lnTo>
                  <a:lnTo>
                    <a:pt x="1803" y="318"/>
                  </a:lnTo>
                  <a:lnTo>
                    <a:pt x="1882" y="318"/>
                  </a:lnTo>
                  <a:lnTo>
                    <a:pt x="1922" y="278"/>
                  </a:lnTo>
                  <a:lnTo>
                    <a:pt x="1962" y="219"/>
                  </a:lnTo>
                  <a:lnTo>
                    <a:pt x="1981" y="159"/>
                  </a:lnTo>
                  <a:lnTo>
                    <a:pt x="1981" y="159"/>
                  </a:lnTo>
                  <a:lnTo>
                    <a:pt x="1962" y="100"/>
                  </a:lnTo>
                  <a:lnTo>
                    <a:pt x="1922" y="40"/>
                  </a:lnTo>
                  <a:lnTo>
                    <a:pt x="1882" y="1"/>
                  </a:lnTo>
                  <a:lnTo>
                    <a:pt x="1803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extrusionOk="0">
                  <a:moveTo>
                    <a:pt x="119" y="1"/>
                  </a:move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3"/>
            <p:cNvSpPr/>
            <p:nvPr/>
          </p:nvSpPr>
          <p:spPr>
            <a:xfrm>
              <a:off x="635825" y="1904825"/>
              <a:ext cx="8425" cy="529975"/>
            </a:xfrm>
            <a:custGeom>
              <a:avLst/>
              <a:gdLst/>
              <a:ahLst/>
              <a:cxnLst/>
              <a:rect l="l" t="t" r="r" b="b"/>
              <a:pathLst>
                <a:path w="337" h="21199" fill="none" extrusionOk="0">
                  <a:moveTo>
                    <a:pt x="178" y="1"/>
                  </a:moveTo>
                  <a:lnTo>
                    <a:pt x="178" y="1"/>
                  </a:lnTo>
                  <a:lnTo>
                    <a:pt x="119" y="1"/>
                  </a:lnTo>
                  <a:lnTo>
                    <a:pt x="59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19"/>
                  </a:lnTo>
                  <a:lnTo>
                    <a:pt x="40" y="258"/>
                  </a:lnTo>
                  <a:lnTo>
                    <a:pt x="79" y="298"/>
                  </a:lnTo>
                  <a:lnTo>
                    <a:pt x="139" y="318"/>
                  </a:lnTo>
                  <a:lnTo>
                    <a:pt x="139" y="21198"/>
                  </a:lnTo>
                  <a:lnTo>
                    <a:pt x="218" y="21198"/>
                  </a:lnTo>
                  <a:lnTo>
                    <a:pt x="218" y="318"/>
                  </a:lnTo>
                  <a:lnTo>
                    <a:pt x="218" y="318"/>
                  </a:lnTo>
                  <a:lnTo>
                    <a:pt x="277" y="29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37" y="100"/>
                  </a:lnTo>
                  <a:lnTo>
                    <a:pt x="297" y="40"/>
                  </a:lnTo>
                  <a:lnTo>
                    <a:pt x="238" y="1"/>
                  </a:lnTo>
                  <a:lnTo>
                    <a:pt x="17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1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extrusionOk="0">
                  <a:moveTo>
                    <a:pt x="179" y="0"/>
                  </a:move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13"/>
            <p:cNvSpPr/>
            <p:nvPr/>
          </p:nvSpPr>
          <p:spPr>
            <a:xfrm>
              <a:off x="469900" y="1333800"/>
              <a:ext cx="78275" cy="1101000"/>
            </a:xfrm>
            <a:custGeom>
              <a:avLst/>
              <a:gdLst/>
              <a:ahLst/>
              <a:cxnLst/>
              <a:rect l="l" t="t" r="r" b="b"/>
              <a:pathLst>
                <a:path w="3131" h="44040" fill="none" extrusionOk="0">
                  <a:moveTo>
                    <a:pt x="179" y="0"/>
                  </a:moveTo>
                  <a:lnTo>
                    <a:pt x="179" y="0"/>
                  </a:lnTo>
                  <a:lnTo>
                    <a:pt x="119" y="20"/>
                  </a:lnTo>
                  <a:lnTo>
                    <a:pt x="60" y="60"/>
                  </a:lnTo>
                  <a:lnTo>
                    <a:pt x="20" y="119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80" y="317"/>
                  </a:lnTo>
                  <a:lnTo>
                    <a:pt x="139" y="337"/>
                  </a:lnTo>
                  <a:lnTo>
                    <a:pt x="139" y="1684"/>
                  </a:lnTo>
                  <a:lnTo>
                    <a:pt x="1090" y="2635"/>
                  </a:lnTo>
                  <a:lnTo>
                    <a:pt x="1090" y="11272"/>
                  </a:lnTo>
                  <a:lnTo>
                    <a:pt x="3051" y="13234"/>
                  </a:lnTo>
                  <a:lnTo>
                    <a:pt x="3051" y="44039"/>
                  </a:lnTo>
                  <a:lnTo>
                    <a:pt x="3131" y="44039"/>
                  </a:lnTo>
                  <a:lnTo>
                    <a:pt x="3131" y="13194"/>
                  </a:lnTo>
                  <a:lnTo>
                    <a:pt x="1169" y="11233"/>
                  </a:lnTo>
                  <a:lnTo>
                    <a:pt x="1169" y="2595"/>
                  </a:lnTo>
                  <a:lnTo>
                    <a:pt x="218" y="1644"/>
                  </a:lnTo>
                  <a:lnTo>
                    <a:pt x="218" y="337"/>
                  </a:lnTo>
                  <a:lnTo>
                    <a:pt x="218" y="337"/>
                  </a:lnTo>
                  <a:lnTo>
                    <a:pt x="278" y="317"/>
                  </a:lnTo>
                  <a:lnTo>
                    <a:pt x="317" y="278"/>
                  </a:lnTo>
                  <a:lnTo>
                    <a:pt x="337" y="238"/>
                  </a:lnTo>
                  <a:lnTo>
                    <a:pt x="337" y="178"/>
                  </a:lnTo>
                  <a:lnTo>
                    <a:pt x="337" y="178"/>
                  </a:lnTo>
                  <a:lnTo>
                    <a:pt x="337" y="119"/>
                  </a:lnTo>
                  <a:lnTo>
                    <a:pt x="298" y="60"/>
                  </a:lnTo>
                  <a:lnTo>
                    <a:pt x="238" y="20"/>
                  </a:lnTo>
                  <a:lnTo>
                    <a:pt x="179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extrusionOk="0">
                  <a:moveTo>
                    <a:pt x="2952" y="0"/>
                  </a:move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3"/>
            <p:cNvSpPr/>
            <p:nvPr/>
          </p:nvSpPr>
          <p:spPr>
            <a:xfrm>
              <a:off x="868600" y="1090625"/>
              <a:ext cx="77775" cy="1344175"/>
            </a:xfrm>
            <a:custGeom>
              <a:avLst/>
              <a:gdLst/>
              <a:ahLst/>
              <a:cxnLst/>
              <a:rect l="l" t="t" r="r" b="b"/>
              <a:pathLst>
                <a:path w="3111" h="53767" fill="none" extrusionOk="0">
                  <a:moveTo>
                    <a:pt x="2952" y="0"/>
                  </a:moveTo>
                  <a:lnTo>
                    <a:pt x="2952" y="0"/>
                  </a:lnTo>
                  <a:lnTo>
                    <a:pt x="2892" y="20"/>
                  </a:lnTo>
                  <a:lnTo>
                    <a:pt x="2833" y="60"/>
                  </a:lnTo>
                  <a:lnTo>
                    <a:pt x="2793" y="99"/>
                  </a:lnTo>
                  <a:lnTo>
                    <a:pt x="2774" y="178"/>
                  </a:lnTo>
                  <a:lnTo>
                    <a:pt x="2774" y="178"/>
                  </a:lnTo>
                  <a:lnTo>
                    <a:pt x="2793" y="218"/>
                  </a:lnTo>
                  <a:lnTo>
                    <a:pt x="2813" y="278"/>
                  </a:lnTo>
                  <a:lnTo>
                    <a:pt x="2853" y="317"/>
                  </a:lnTo>
                  <a:lnTo>
                    <a:pt x="2912" y="337"/>
                  </a:lnTo>
                  <a:lnTo>
                    <a:pt x="2912" y="1644"/>
                  </a:lnTo>
                  <a:lnTo>
                    <a:pt x="1961" y="2595"/>
                  </a:lnTo>
                  <a:lnTo>
                    <a:pt x="1961" y="11233"/>
                  </a:lnTo>
                  <a:lnTo>
                    <a:pt x="0" y="13194"/>
                  </a:lnTo>
                  <a:lnTo>
                    <a:pt x="0" y="53766"/>
                  </a:lnTo>
                  <a:lnTo>
                    <a:pt x="79" y="53766"/>
                  </a:lnTo>
                  <a:lnTo>
                    <a:pt x="79" y="13234"/>
                  </a:lnTo>
                  <a:lnTo>
                    <a:pt x="2041" y="11272"/>
                  </a:lnTo>
                  <a:lnTo>
                    <a:pt x="2041" y="2635"/>
                  </a:lnTo>
                  <a:lnTo>
                    <a:pt x="2991" y="1684"/>
                  </a:lnTo>
                  <a:lnTo>
                    <a:pt x="2991" y="337"/>
                  </a:lnTo>
                  <a:lnTo>
                    <a:pt x="2991" y="337"/>
                  </a:lnTo>
                  <a:lnTo>
                    <a:pt x="3051" y="317"/>
                  </a:lnTo>
                  <a:lnTo>
                    <a:pt x="3091" y="278"/>
                  </a:lnTo>
                  <a:lnTo>
                    <a:pt x="3110" y="218"/>
                  </a:lnTo>
                  <a:lnTo>
                    <a:pt x="3110" y="178"/>
                  </a:lnTo>
                  <a:lnTo>
                    <a:pt x="3110" y="178"/>
                  </a:lnTo>
                  <a:lnTo>
                    <a:pt x="3110" y="99"/>
                  </a:lnTo>
                  <a:lnTo>
                    <a:pt x="3071" y="60"/>
                  </a:lnTo>
                  <a:lnTo>
                    <a:pt x="3011" y="20"/>
                  </a:lnTo>
                  <a:lnTo>
                    <a:pt x="295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extrusionOk="0">
                  <a:moveTo>
                    <a:pt x="159" y="1"/>
                  </a:move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3"/>
            <p:cNvSpPr/>
            <p:nvPr/>
          </p:nvSpPr>
          <p:spPr>
            <a:xfrm>
              <a:off x="894350" y="1656700"/>
              <a:ext cx="49550" cy="778100"/>
            </a:xfrm>
            <a:custGeom>
              <a:avLst/>
              <a:gdLst/>
              <a:ahLst/>
              <a:cxnLst/>
              <a:rect l="l" t="t" r="r" b="b"/>
              <a:pathLst>
                <a:path w="1982" h="31124" fill="none" extrusionOk="0">
                  <a:moveTo>
                    <a:pt x="159" y="1"/>
                  </a:moveTo>
                  <a:lnTo>
                    <a:pt x="159" y="1"/>
                  </a:lnTo>
                  <a:lnTo>
                    <a:pt x="159" y="1"/>
                  </a:lnTo>
                  <a:lnTo>
                    <a:pt x="159" y="1"/>
                  </a:lnTo>
                  <a:lnTo>
                    <a:pt x="99" y="21"/>
                  </a:lnTo>
                  <a:lnTo>
                    <a:pt x="40" y="40"/>
                  </a:lnTo>
                  <a:lnTo>
                    <a:pt x="20" y="100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20" y="238"/>
                  </a:lnTo>
                  <a:lnTo>
                    <a:pt x="40" y="278"/>
                  </a:lnTo>
                  <a:lnTo>
                    <a:pt x="99" y="318"/>
                  </a:lnTo>
                  <a:lnTo>
                    <a:pt x="159" y="337"/>
                  </a:lnTo>
                  <a:lnTo>
                    <a:pt x="159" y="337"/>
                  </a:lnTo>
                  <a:lnTo>
                    <a:pt x="218" y="337"/>
                  </a:lnTo>
                  <a:lnTo>
                    <a:pt x="258" y="318"/>
                  </a:lnTo>
                  <a:lnTo>
                    <a:pt x="1902" y="1962"/>
                  </a:lnTo>
                  <a:lnTo>
                    <a:pt x="1902" y="3071"/>
                  </a:lnTo>
                  <a:lnTo>
                    <a:pt x="218" y="4755"/>
                  </a:lnTo>
                  <a:lnTo>
                    <a:pt x="218" y="2735"/>
                  </a:lnTo>
                  <a:lnTo>
                    <a:pt x="218" y="2735"/>
                  </a:lnTo>
                  <a:lnTo>
                    <a:pt x="258" y="2715"/>
                  </a:lnTo>
                  <a:lnTo>
                    <a:pt x="297" y="2675"/>
                  </a:lnTo>
                  <a:lnTo>
                    <a:pt x="317" y="2616"/>
                  </a:lnTo>
                  <a:lnTo>
                    <a:pt x="337" y="2576"/>
                  </a:lnTo>
                  <a:lnTo>
                    <a:pt x="337" y="2576"/>
                  </a:lnTo>
                  <a:lnTo>
                    <a:pt x="317" y="2497"/>
                  </a:lnTo>
                  <a:lnTo>
                    <a:pt x="278" y="2457"/>
                  </a:lnTo>
                  <a:lnTo>
                    <a:pt x="238" y="2418"/>
                  </a:lnTo>
                  <a:lnTo>
                    <a:pt x="159" y="2398"/>
                  </a:lnTo>
                  <a:lnTo>
                    <a:pt x="159" y="2398"/>
                  </a:lnTo>
                  <a:lnTo>
                    <a:pt x="99" y="2418"/>
                  </a:lnTo>
                  <a:lnTo>
                    <a:pt x="40" y="2457"/>
                  </a:lnTo>
                  <a:lnTo>
                    <a:pt x="20" y="2497"/>
                  </a:lnTo>
                  <a:lnTo>
                    <a:pt x="0" y="2576"/>
                  </a:lnTo>
                  <a:lnTo>
                    <a:pt x="0" y="2576"/>
                  </a:lnTo>
                  <a:lnTo>
                    <a:pt x="0" y="2616"/>
                  </a:lnTo>
                  <a:lnTo>
                    <a:pt x="40" y="2675"/>
                  </a:lnTo>
                  <a:lnTo>
                    <a:pt x="79" y="2715"/>
                  </a:lnTo>
                  <a:lnTo>
                    <a:pt x="119" y="2735"/>
                  </a:lnTo>
                  <a:lnTo>
                    <a:pt x="119" y="31123"/>
                  </a:lnTo>
                  <a:lnTo>
                    <a:pt x="218" y="31123"/>
                  </a:lnTo>
                  <a:lnTo>
                    <a:pt x="218" y="4874"/>
                  </a:lnTo>
                  <a:lnTo>
                    <a:pt x="1981" y="3091"/>
                  </a:lnTo>
                  <a:lnTo>
                    <a:pt x="1981" y="1922"/>
                  </a:lnTo>
                  <a:lnTo>
                    <a:pt x="317" y="258"/>
                  </a:lnTo>
                  <a:lnTo>
                    <a:pt x="317" y="258"/>
                  </a:lnTo>
                  <a:lnTo>
                    <a:pt x="337" y="219"/>
                  </a:lnTo>
                  <a:lnTo>
                    <a:pt x="337" y="159"/>
                  </a:lnTo>
                  <a:lnTo>
                    <a:pt x="337" y="159"/>
                  </a:lnTo>
                  <a:lnTo>
                    <a:pt x="317" y="100"/>
                  </a:lnTo>
                  <a:lnTo>
                    <a:pt x="278" y="40"/>
                  </a:lnTo>
                  <a:lnTo>
                    <a:pt x="238" y="21"/>
                  </a:lnTo>
                  <a:lnTo>
                    <a:pt x="159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1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extrusionOk="0">
                  <a:moveTo>
                    <a:pt x="5488" y="1"/>
                  </a:move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13"/>
            <p:cNvSpPr/>
            <p:nvPr/>
          </p:nvSpPr>
          <p:spPr>
            <a:xfrm>
              <a:off x="614525" y="1073275"/>
              <a:ext cx="187725" cy="1361525"/>
            </a:xfrm>
            <a:custGeom>
              <a:avLst/>
              <a:gdLst/>
              <a:ahLst/>
              <a:cxnLst/>
              <a:rect l="l" t="t" r="r" b="b"/>
              <a:pathLst>
                <a:path w="7509" h="54461" fill="none" extrusionOk="0">
                  <a:moveTo>
                    <a:pt x="5488" y="1"/>
                  </a:moveTo>
                  <a:lnTo>
                    <a:pt x="5488" y="1"/>
                  </a:lnTo>
                  <a:lnTo>
                    <a:pt x="5428" y="21"/>
                  </a:lnTo>
                  <a:lnTo>
                    <a:pt x="5369" y="60"/>
                  </a:lnTo>
                  <a:lnTo>
                    <a:pt x="5349" y="120"/>
                  </a:lnTo>
                  <a:lnTo>
                    <a:pt x="5329" y="179"/>
                  </a:lnTo>
                  <a:lnTo>
                    <a:pt x="5329" y="179"/>
                  </a:lnTo>
                  <a:lnTo>
                    <a:pt x="5329" y="239"/>
                  </a:lnTo>
                  <a:lnTo>
                    <a:pt x="5369" y="278"/>
                  </a:lnTo>
                  <a:lnTo>
                    <a:pt x="5408" y="318"/>
                  </a:lnTo>
                  <a:lnTo>
                    <a:pt x="5448" y="338"/>
                  </a:lnTo>
                  <a:lnTo>
                    <a:pt x="5448" y="8143"/>
                  </a:lnTo>
                  <a:lnTo>
                    <a:pt x="7409" y="10104"/>
                  </a:lnTo>
                  <a:lnTo>
                    <a:pt x="7409" y="17216"/>
                  </a:lnTo>
                  <a:lnTo>
                    <a:pt x="5448" y="19177"/>
                  </a:lnTo>
                  <a:lnTo>
                    <a:pt x="5448" y="27122"/>
                  </a:lnTo>
                  <a:lnTo>
                    <a:pt x="3011" y="29558"/>
                  </a:lnTo>
                  <a:lnTo>
                    <a:pt x="3011" y="34412"/>
                  </a:lnTo>
                  <a:lnTo>
                    <a:pt x="4418" y="35818"/>
                  </a:lnTo>
                  <a:lnTo>
                    <a:pt x="4418" y="39206"/>
                  </a:lnTo>
                  <a:lnTo>
                    <a:pt x="2060" y="36849"/>
                  </a:lnTo>
                  <a:lnTo>
                    <a:pt x="2060" y="28904"/>
                  </a:lnTo>
                  <a:lnTo>
                    <a:pt x="79" y="26943"/>
                  </a:lnTo>
                  <a:lnTo>
                    <a:pt x="79" y="19831"/>
                  </a:lnTo>
                  <a:lnTo>
                    <a:pt x="2060" y="17870"/>
                  </a:lnTo>
                  <a:lnTo>
                    <a:pt x="2060" y="10065"/>
                  </a:lnTo>
                  <a:lnTo>
                    <a:pt x="2060" y="10065"/>
                  </a:lnTo>
                  <a:lnTo>
                    <a:pt x="2100" y="10045"/>
                  </a:lnTo>
                  <a:lnTo>
                    <a:pt x="2140" y="10005"/>
                  </a:lnTo>
                  <a:lnTo>
                    <a:pt x="2179" y="9966"/>
                  </a:lnTo>
                  <a:lnTo>
                    <a:pt x="2179" y="9906"/>
                  </a:lnTo>
                  <a:lnTo>
                    <a:pt x="2179" y="9906"/>
                  </a:lnTo>
                  <a:lnTo>
                    <a:pt x="2160" y="9847"/>
                  </a:lnTo>
                  <a:lnTo>
                    <a:pt x="2140" y="9787"/>
                  </a:lnTo>
                  <a:lnTo>
                    <a:pt x="2080" y="9748"/>
                  </a:lnTo>
                  <a:lnTo>
                    <a:pt x="2021" y="9748"/>
                  </a:lnTo>
                  <a:lnTo>
                    <a:pt x="2021" y="9748"/>
                  </a:lnTo>
                  <a:lnTo>
                    <a:pt x="1942" y="9748"/>
                  </a:lnTo>
                  <a:lnTo>
                    <a:pt x="1902" y="9787"/>
                  </a:lnTo>
                  <a:lnTo>
                    <a:pt x="1862" y="9847"/>
                  </a:lnTo>
                  <a:lnTo>
                    <a:pt x="1843" y="9906"/>
                  </a:lnTo>
                  <a:lnTo>
                    <a:pt x="1843" y="9906"/>
                  </a:lnTo>
                  <a:lnTo>
                    <a:pt x="1862" y="9966"/>
                  </a:lnTo>
                  <a:lnTo>
                    <a:pt x="1882" y="10005"/>
                  </a:lnTo>
                  <a:lnTo>
                    <a:pt x="1922" y="10045"/>
                  </a:lnTo>
                  <a:lnTo>
                    <a:pt x="1961" y="10065"/>
                  </a:lnTo>
                  <a:lnTo>
                    <a:pt x="1961" y="17830"/>
                  </a:lnTo>
                  <a:lnTo>
                    <a:pt x="0" y="19792"/>
                  </a:lnTo>
                  <a:lnTo>
                    <a:pt x="0" y="26983"/>
                  </a:lnTo>
                  <a:lnTo>
                    <a:pt x="1961" y="28944"/>
                  </a:lnTo>
                  <a:lnTo>
                    <a:pt x="1961" y="36888"/>
                  </a:lnTo>
                  <a:lnTo>
                    <a:pt x="4418" y="39325"/>
                  </a:lnTo>
                  <a:lnTo>
                    <a:pt x="4418" y="54460"/>
                  </a:lnTo>
                  <a:lnTo>
                    <a:pt x="4497" y="54460"/>
                  </a:lnTo>
                  <a:lnTo>
                    <a:pt x="4497" y="39285"/>
                  </a:lnTo>
                  <a:lnTo>
                    <a:pt x="4497" y="33540"/>
                  </a:lnTo>
                  <a:lnTo>
                    <a:pt x="7508" y="30529"/>
                  </a:lnTo>
                  <a:lnTo>
                    <a:pt x="7508" y="20505"/>
                  </a:lnTo>
                  <a:lnTo>
                    <a:pt x="7409" y="20505"/>
                  </a:lnTo>
                  <a:lnTo>
                    <a:pt x="7409" y="30509"/>
                  </a:lnTo>
                  <a:lnTo>
                    <a:pt x="4497" y="33421"/>
                  </a:lnTo>
                  <a:lnTo>
                    <a:pt x="4497" y="32530"/>
                  </a:lnTo>
                  <a:lnTo>
                    <a:pt x="6518" y="30529"/>
                  </a:lnTo>
                  <a:lnTo>
                    <a:pt x="6518" y="23694"/>
                  </a:lnTo>
                  <a:lnTo>
                    <a:pt x="6439" y="23694"/>
                  </a:lnTo>
                  <a:lnTo>
                    <a:pt x="6439" y="30509"/>
                  </a:lnTo>
                  <a:lnTo>
                    <a:pt x="4418" y="32510"/>
                  </a:lnTo>
                  <a:lnTo>
                    <a:pt x="4418" y="35700"/>
                  </a:lnTo>
                  <a:lnTo>
                    <a:pt x="3091" y="34392"/>
                  </a:lnTo>
                  <a:lnTo>
                    <a:pt x="3091" y="29598"/>
                  </a:lnTo>
                  <a:lnTo>
                    <a:pt x="5547" y="27161"/>
                  </a:lnTo>
                  <a:lnTo>
                    <a:pt x="5547" y="19217"/>
                  </a:lnTo>
                  <a:lnTo>
                    <a:pt x="7508" y="17256"/>
                  </a:lnTo>
                  <a:lnTo>
                    <a:pt x="7508" y="10065"/>
                  </a:lnTo>
                  <a:lnTo>
                    <a:pt x="5547" y="8103"/>
                  </a:lnTo>
                  <a:lnTo>
                    <a:pt x="5547" y="338"/>
                  </a:lnTo>
                  <a:lnTo>
                    <a:pt x="5547" y="338"/>
                  </a:lnTo>
                  <a:lnTo>
                    <a:pt x="5587" y="318"/>
                  </a:lnTo>
                  <a:lnTo>
                    <a:pt x="5626" y="278"/>
                  </a:lnTo>
                  <a:lnTo>
                    <a:pt x="5646" y="239"/>
                  </a:lnTo>
                  <a:lnTo>
                    <a:pt x="5666" y="179"/>
                  </a:lnTo>
                  <a:lnTo>
                    <a:pt x="5666" y="179"/>
                  </a:lnTo>
                  <a:lnTo>
                    <a:pt x="5646" y="120"/>
                  </a:lnTo>
                  <a:lnTo>
                    <a:pt x="5607" y="60"/>
                  </a:lnTo>
                  <a:lnTo>
                    <a:pt x="5567" y="21"/>
                  </a:lnTo>
                  <a:lnTo>
                    <a:pt x="5488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extrusionOk="0">
                  <a:moveTo>
                    <a:pt x="4953" y="0"/>
                  </a:move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3"/>
            <p:cNvSpPr/>
            <p:nvPr/>
          </p:nvSpPr>
          <p:spPr>
            <a:xfrm>
              <a:off x="771025" y="1035650"/>
              <a:ext cx="129275" cy="1399150"/>
            </a:xfrm>
            <a:custGeom>
              <a:avLst/>
              <a:gdLst/>
              <a:ahLst/>
              <a:cxnLst/>
              <a:rect l="l" t="t" r="r" b="b"/>
              <a:pathLst>
                <a:path w="5171" h="55966" fill="none" extrusionOk="0">
                  <a:moveTo>
                    <a:pt x="5012" y="0"/>
                  </a:moveTo>
                  <a:lnTo>
                    <a:pt x="5012" y="0"/>
                  </a:lnTo>
                  <a:lnTo>
                    <a:pt x="4953" y="0"/>
                  </a:lnTo>
                  <a:lnTo>
                    <a:pt x="4894" y="40"/>
                  </a:lnTo>
                  <a:lnTo>
                    <a:pt x="4854" y="99"/>
                  </a:lnTo>
                  <a:lnTo>
                    <a:pt x="4834" y="159"/>
                  </a:lnTo>
                  <a:lnTo>
                    <a:pt x="4834" y="159"/>
                  </a:lnTo>
                  <a:lnTo>
                    <a:pt x="4854" y="218"/>
                  </a:lnTo>
                  <a:lnTo>
                    <a:pt x="4874" y="258"/>
                  </a:lnTo>
                  <a:lnTo>
                    <a:pt x="4913" y="297"/>
                  </a:lnTo>
                  <a:lnTo>
                    <a:pt x="4973" y="317"/>
                  </a:lnTo>
                  <a:lnTo>
                    <a:pt x="4973" y="12956"/>
                  </a:lnTo>
                  <a:lnTo>
                    <a:pt x="3012" y="14918"/>
                  </a:lnTo>
                  <a:lnTo>
                    <a:pt x="3012" y="32014"/>
                  </a:lnTo>
                  <a:lnTo>
                    <a:pt x="0" y="35006"/>
                  </a:lnTo>
                  <a:lnTo>
                    <a:pt x="0" y="55965"/>
                  </a:lnTo>
                  <a:lnTo>
                    <a:pt x="80" y="55965"/>
                  </a:lnTo>
                  <a:lnTo>
                    <a:pt x="80" y="35045"/>
                  </a:lnTo>
                  <a:lnTo>
                    <a:pt x="3091" y="32034"/>
                  </a:lnTo>
                  <a:lnTo>
                    <a:pt x="3091" y="14957"/>
                  </a:lnTo>
                  <a:lnTo>
                    <a:pt x="5052" y="12996"/>
                  </a:lnTo>
                  <a:lnTo>
                    <a:pt x="5052" y="317"/>
                  </a:lnTo>
                  <a:lnTo>
                    <a:pt x="5052" y="317"/>
                  </a:lnTo>
                  <a:lnTo>
                    <a:pt x="5092" y="297"/>
                  </a:lnTo>
                  <a:lnTo>
                    <a:pt x="5131" y="258"/>
                  </a:lnTo>
                  <a:lnTo>
                    <a:pt x="5171" y="218"/>
                  </a:lnTo>
                  <a:lnTo>
                    <a:pt x="5171" y="159"/>
                  </a:lnTo>
                  <a:lnTo>
                    <a:pt x="5171" y="159"/>
                  </a:lnTo>
                  <a:lnTo>
                    <a:pt x="5171" y="99"/>
                  </a:lnTo>
                  <a:lnTo>
                    <a:pt x="5131" y="40"/>
                  </a:lnTo>
                  <a:lnTo>
                    <a:pt x="5072" y="0"/>
                  </a:lnTo>
                  <a:lnTo>
                    <a:pt x="5012" y="0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extrusionOk="0">
                  <a:moveTo>
                    <a:pt x="5052" y="1"/>
                  </a:move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3"/>
            <p:cNvSpPr/>
            <p:nvPr/>
          </p:nvSpPr>
          <p:spPr>
            <a:xfrm>
              <a:off x="747750" y="1264950"/>
              <a:ext cx="130275" cy="1169850"/>
            </a:xfrm>
            <a:custGeom>
              <a:avLst/>
              <a:gdLst/>
              <a:ahLst/>
              <a:cxnLst/>
              <a:rect l="l" t="t" r="r" b="b"/>
              <a:pathLst>
                <a:path w="5211" h="46794" fill="none" extrusionOk="0">
                  <a:moveTo>
                    <a:pt x="5052" y="1"/>
                  </a:moveTo>
                  <a:lnTo>
                    <a:pt x="5052" y="1"/>
                  </a:lnTo>
                  <a:lnTo>
                    <a:pt x="5052" y="1"/>
                  </a:lnTo>
                  <a:lnTo>
                    <a:pt x="5052" y="1"/>
                  </a:lnTo>
                  <a:lnTo>
                    <a:pt x="4973" y="20"/>
                  </a:lnTo>
                  <a:lnTo>
                    <a:pt x="4933" y="60"/>
                  </a:lnTo>
                  <a:lnTo>
                    <a:pt x="4893" y="100"/>
                  </a:lnTo>
                  <a:lnTo>
                    <a:pt x="4874" y="179"/>
                  </a:lnTo>
                  <a:lnTo>
                    <a:pt x="4874" y="179"/>
                  </a:lnTo>
                  <a:lnTo>
                    <a:pt x="4874" y="218"/>
                  </a:lnTo>
                  <a:lnTo>
                    <a:pt x="4893" y="258"/>
                  </a:lnTo>
                  <a:lnTo>
                    <a:pt x="4953" y="317"/>
                  </a:lnTo>
                  <a:lnTo>
                    <a:pt x="4953" y="3349"/>
                  </a:lnTo>
                  <a:lnTo>
                    <a:pt x="2992" y="5310"/>
                  </a:lnTo>
                  <a:lnTo>
                    <a:pt x="2992" y="22882"/>
                  </a:lnTo>
                  <a:lnTo>
                    <a:pt x="0" y="25873"/>
                  </a:lnTo>
                  <a:lnTo>
                    <a:pt x="0" y="46793"/>
                  </a:lnTo>
                  <a:lnTo>
                    <a:pt x="99" y="46793"/>
                  </a:lnTo>
                  <a:lnTo>
                    <a:pt x="99" y="25913"/>
                  </a:lnTo>
                  <a:lnTo>
                    <a:pt x="3091" y="22921"/>
                  </a:lnTo>
                  <a:lnTo>
                    <a:pt x="3091" y="5349"/>
                  </a:lnTo>
                  <a:lnTo>
                    <a:pt x="5052" y="3388"/>
                  </a:lnTo>
                  <a:lnTo>
                    <a:pt x="5052" y="337"/>
                  </a:lnTo>
                  <a:lnTo>
                    <a:pt x="5052" y="337"/>
                  </a:lnTo>
                  <a:lnTo>
                    <a:pt x="5111" y="317"/>
                  </a:lnTo>
                  <a:lnTo>
                    <a:pt x="5171" y="298"/>
                  </a:lnTo>
                  <a:lnTo>
                    <a:pt x="5191" y="238"/>
                  </a:lnTo>
                  <a:lnTo>
                    <a:pt x="5210" y="179"/>
                  </a:lnTo>
                  <a:lnTo>
                    <a:pt x="5210" y="179"/>
                  </a:lnTo>
                  <a:lnTo>
                    <a:pt x="5191" y="100"/>
                  </a:lnTo>
                  <a:lnTo>
                    <a:pt x="5171" y="60"/>
                  </a:lnTo>
                  <a:lnTo>
                    <a:pt x="5111" y="20"/>
                  </a:lnTo>
                  <a:lnTo>
                    <a:pt x="50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3"/>
          <p:cNvGrpSpPr/>
          <p:nvPr/>
        </p:nvGrpSpPr>
        <p:grpSpPr>
          <a:xfrm rot="5400000">
            <a:off x="7423677" y="2243089"/>
            <a:ext cx="3689423" cy="3228237"/>
            <a:chOff x="1067625" y="-1658125"/>
            <a:chExt cx="2887550" cy="2526600"/>
          </a:xfrm>
        </p:grpSpPr>
        <p:sp>
          <p:nvSpPr>
            <p:cNvPr id="1139" name="Google Shape;1139;p1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3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13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13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3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3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415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chemeClr val="accent6"/>
            </a:gs>
            <a:gs pos="99000">
              <a:srgbClr val="FBFFC1"/>
            </a:gs>
          </a:gsLst>
          <a:lin ang="5400012" scaled="0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●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○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rope"/>
              <a:buChar char="■"/>
              <a:def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5" r:id="rId4"/>
    <p:sldLayoutId id="2147483678" r:id="rId5"/>
    <p:sldLayoutId id="2147483670" r:id="rId6"/>
    <p:sldLayoutId id="2147483676" r:id="rId7"/>
    <p:sldLayoutId id="2147483677" r:id="rId8"/>
    <p:sldLayoutId id="214748370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/>
            </a:gs>
            <a:gs pos="99000">
              <a:srgbClr val="FBFFC1"/>
            </a:gs>
          </a:gsLst>
          <a:lin ang="5400012" scaled="0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Mono SemiBold"/>
              <a:buNone/>
              <a:defRPr sz="2800">
                <a:solidFill>
                  <a:schemeClr val="dk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45550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5"/>
          <p:cNvSpPr/>
          <p:nvPr/>
        </p:nvSpPr>
        <p:spPr>
          <a:xfrm rot="-5400000">
            <a:off x="9299439" y="1559119"/>
            <a:ext cx="121533" cy="105854"/>
          </a:xfrm>
          <a:custGeom>
            <a:avLst/>
            <a:gdLst/>
            <a:ahLst/>
            <a:cxnLst/>
            <a:rect l="l" t="t" r="r" b="b"/>
            <a:pathLst>
              <a:path w="7736" h="6738" extrusionOk="0">
                <a:moveTo>
                  <a:pt x="1937" y="1"/>
                </a:moveTo>
                <a:lnTo>
                  <a:pt x="0" y="3369"/>
                </a:lnTo>
                <a:lnTo>
                  <a:pt x="1937" y="6738"/>
                </a:lnTo>
                <a:lnTo>
                  <a:pt x="5804" y="6738"/>
                </a:lnTo>
                <a:lnTo>
                  <a:pt x="7736" y="3369"/>
                </a:lnTo>
                <a:lnTo>
                  <a:pt x="5804" y="1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98;p37">
            <a:extLst>
              <a:ext uri="{FF2B5EF4-FFF2-40B4-BE49-F238E27FC236}">
                <a16:creationId xmlns:a16="http://schemas.microsoft.com/office/drawing/2014/main" id="{F350DC86-2029-4875-704B-791E11F450A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78435" y="1184268"/>
            <a:ext cx="6313008" cy="1809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598805" marR="0">
              <a:spcBef>
                <a:spcPts val="420"/>
              </a:spcBef>
              <a:tabLst>
                <a:tab pos="598170" algn="l"/>
                <a:tab pos="599440" algn="l"/>
              </a:tabLst>
            </a:pPr>
            <a:r>
              <a:rPr lang="en-US" sz="3200" b="1" dirty="0">
                <a:effectLst/>
                <a:latin typeface="+mj-lt"/>
                <a:ea typeface="Arial MT"/>
                <a:cs typeface="Arial MT"/>
              </a:rPr>
              <a:t>Evolution of Knowledge Areas in Publications</a:t>
            </a:r>
          </a:p>
          <a:p>
            <a:pPr marL="598805" marR="0">
              <a:spcBef>
                <a:spcPts val="420"/>
              </a:spcBef>
              <a:tabLst>
                <a:tab pos="598170" algn="l"/>
                <a:tab pos="599440" algn="l"/>
              </a:tabLst>
            </a:pPr>
            <a:r>
              <a:rPr lang="en-US" sz="2400" b="1" dirty="0">
                <a:solidFill>
                  <a:schemeClr val="tx1"/>
                </a:solidFill>
                <a:latin typeface="+mj-lt"/>
                <a:sym typeface="Syne"/>
              </a:rPr>
              <a:t>Capstone Project Phase A – 61998</a:t>
            </a:r>
          </a:p>
          <a:p>
            <a:pPr marL="598805" marR="0">
              <a:spcBef>
                <a:spcPts val="420"/>
              </a:spcBef>
              <a:tabLst>
                <a:tab pos="598170" algn="l"/>
                <a:tab pos="599440" algn="l"/>
              </a:tabLst>
            </a:pPr>
            <a:r>
              <a:rPr lang="en-US" sz="2400" b="1" i="0" dirty="0">
                <a:solidFill>
                  <a:schemeClr val="tx1"/>
                </a:solidFill>
                <a:effectLst/>
                <a:latin typeface="+mj-lt"/>
              </a:rPr>
              <a:t>26-1-R-16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57A292E-4D4E-F2A2-813F-F27C5EA07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168" y="280791"/>
            <a:ext cx="3301663" cy="78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298;p37">
            <a:extLst>
              <a:ext uri="{FF2B5EF4-FFF2-40B4-BE49-F238E27FC236}">
                <a16:creationId xmlns:a16="http://schemas.microsoft.com/office/drawing/2014/main" id="{647D7BCC-C3C8-2436-02A4-B7118F2EDE5D}"/>
              </a:ext>
            </a:extLst>
          </p:cNvPr>
          <p:cNvSpPr txBox="1">
            <a:spLocks/>
          </p:cNvSpPr>
          <p:nvPr/>
        </p:nvSpPr>
        <p:spPr>
          <a:xfrm>
            <a:off x="1278435" y="3381200"/>
            <a:ext cx="3385967" cy="752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he-IL" sz="1800" b="1" dirty="0">
                <a:solidFill>
                  <a:schemeClr val="tx1"/>
                </a:solidFill>
                <a:latin typeface="+mj-lt"/>
              </a:rPr>
              <a:t>Students: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he-IL" sz="1800" b="1" dirty="0">
                <a:solidFill>
                  <a:schemeClr val="tx1"/>
                </a:solidFill>
                <a:latin typeface="+mj-lt"/>
              </a:rPr>
              <a:t>	Yamit Moreno</a:t>
            </a: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he-IL" sz="1800" b="1" dirty="0">
                <a:solidFill>
                  <a:schemeClr val="tx1"/>
                </a:solidFill>
                <a:latin typeface="+mj-lt"/>
              </a:rPr>
              <a:t>	Shaked Tadessa</a:t>
            </a: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17657A83-5489-C9E3-561C-4B2864755BCB}"/>
              </a:ext>
            </a:extLst>
          </p:cNvPr>
          <p:cNvSpPr/>
          <p:nvPr/>
        </p:nvSpPr>
        <p:spPr>
          <a:xfrm>
            <a:off x="8755310" y="4795022"/>
            <a:ext cx="281011" cy="26840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1</a:t>
            </a:r>
          </a:p>
        </p:txBody>
      </p:sp>
      <p:sp>
        <p:nvSpPr>
          <p:cNvPr id="4" name="Google Shape;298;p37">
            <a:extLst>
              <a:ext uri="{FF2B5EF4-FFF2-40B4-BE49-F238E27FC236}">
                <a16:creationId xmlns:a16="http://schemas.microsoft.com/office/drawing/2014/main" id="{2E3ED054-4FA1-041B-05A9-6D738338D3CF}"/>
              </a:ext>
            </a:extLst>
          </p:cNvPr>
          <p:cNvSpPr txBox="1">
            <a:spLocks/>
          </p:cNvSpPr>
          <p:nvPr/>
        </p:nvSpPr>
        <p:spPr>
          <a:xfrm>
            <a:off x="4434939" y="3363190"/>
            <a:ext cx="3597053" cy="1039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Syne"/>
              <a:buNone/>
              <a:defRPr sz="1600" b="0" i="0" u="none" strike="noStrike" cap="none">
                <a:solidFill>
                  <a:schemeClr val="dk1"/>
                </a:solidFill>
                <a:latin typeface="Syne"/>
                <a:ea typeface="Syne"/>
                <a:cs typeface="Syne"/>
                <a:sym typeface="Syne"/>
              </a:defRPr>
            </a:lvl9pPr>
          </a:lstStyle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he-IL" sz="1800" b="1" dirty="0">
                <a:solidFill>
                  <a:schemeClr val="tx1"/>
                </a:solidFill>
                <a:latin typeface="+mj-lt"/>
              </a:rPr>
              <a:t>Supervisors:</a:t>
            </a:r>
          </a:p>
          <a:p>
            <a:pPr marL="457200" lvl="1" indent="4572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sz="1800" b="1" dirty="0">
                <a:solidFill>
                  <a:schemeClr val="tx1"/>
                </a:solidFill>
                <a:latin typeface="+mj-lt"/>
              </a:rPr>
              <a:t>Dr. Dvora Toledano-Kitai</a:t>
            </a:r>
          </a:p>
          <a:p>
            <a:pPr marL="457200" lvl="1" indent="45720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he-IL" sz="1800" b="1" dirty="0">
                <a:solidFill>
                  <a:schemeClr val="tx1"/>
                </a:solidFill>
                <a:latin typeface="+mj-lt"/>
              </a:rPr>
              <a:t>Prof. Zeev Volkovich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37"/>
          <p:cNvSpPr txBox="1">
            <a:spLocks noGrp="1"/>
          </p:cNvSpPr>
          <p:nvPr>
            <p:ph type="title"/>
          </p:nvPr>
        </p:nvSpPr>
        <p:spPr>
          <a:xfrm>
            <a:off x="870315" y="28752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latin typeface="+mj-lt"/>
              </a:rPr>
              <a:t>Ta</a:t>
            </a:r>
            <a:r>
              <a:rPr lang="en" sz="3200" b="1" dirty="0">
                <a:solidFill>
                  <a:schemeClr val="tx1"/>
                </a:solidFill>
                <a:latin typeface="+mj-lt"/>
              </a:rPr>
              <a:t>b</a:t>
            </a:r>
            <a:r>
              <a:rPr lang="en" sz="3200" b="1" dirty="0">
                <a:latin typeface="+mj-lt"/>
              </a:rPr>
              <a:t>le of contents</a:t>
            </a:r>
            <a:endParaRPr sz="3200" b="1" dirty="0">
              <a:latin typeface="+mj-lt"/>
            </a:endParaRPr>
          </a:p>
        </p:txBody>
      </p:sp>
      <p:sp>
        <p:nvSpPr>
          <p:cNvPr id="1816" name="Google Shape;1816;p37"/>
          <p:cNvSpPr txBox="1">
            <a:spLocks noGrp="1"/>
          </p:cNvSpPr>
          <p:nvPr>
            <p:ph type="title" idx="5"/>
          </p:nvPr>
        </p:nvSpPr>
        <p:spPr>
          <a:xfrm>
            <a:off x="1897594" y="1287938"/>
            <a:ext cx="807600" cy="453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817" name="Google Shape;1817;p37"/>
          <p:cNvSpPr txBox="1">
            <a:spLocks noGrp="1"/>
          </p:cNvSpPr>
          <p:nvPr>
            <p:ph type="title" idx="6"/>
          </p:nvPr>
        </p:nvSpPr>
        <p:spPr>
          <a:xfrm>
            <a:off x="5007469" y="2385042"/>
            <a:ext cx="807600" cy="453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1818" name="Google Shape;1818;p37"/>
          <p:cNvSpPr txBox="1">
            <a:spLocks noGrp="1"/>
          </p:cNvSpPr>
          <p:nvPr>
            <p:ph type="title" idx="7"/>
          </p:nvPr>
        </p:nvSpPr>
        <p:spPr>
          <a:xfrm>
            <a:off x="5000644" y="1311393"/>
            <a:ext cx="807600" cy="453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819" name="Google Shape;1819;p37"/>
          <p:cNvSpPr txBox="1">
            <a:spLocks noGrp="1"/>
          </p:cNvSpPr>
          <p:nvPr>
            <p:ph type="title" idx="8"/>
          </p:nvPr>
        </p:nvSpPr>
        <p:spPr>
          <a:xfrm>
            <a:off x="1897594" y="2385042"/>
            <a:ext cx="807600" cy="453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23" name="Google Shape;1823;p37"/>
          <p:cNvSpPr txBox="1">
            <a:spLocks noGrp="1"/>
          </p:cNvSpPr>
          <p:nvPr>
            <p:ph type="title" idx="15"/>
          </p:nvPr>
        </p:nvSpPr>
        <p:spPr>
          <a:xfrm>
            <a:off x="1897594" y="3482146"/>
            <a:ext cx="807600" cy="453300"/>
          </a:xfrm>
          <a:prstGeom prst="rect">
            <a:avLst/>
          </a:prstGeom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824" name="Google Shape;1824;p37"/>
          <p:cNvSpPr txBox="1">
            <a:spLocks noGrp="1"/>
          </p:cNvSpPr>
          <p:nvPr>
            <p:ph type="subTitle" idx="16"/>
          </p:nvPr>
        </p:nvSpPr>
        <p:spPr>
          <a:xfrm>
            <a:off x="2705194" y="1274839"/>
            <a:ext cx="2272977" cy="6905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spcBef>
                <a:spcPts val="400"/>
              </a:spcBef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Problem Definition </a:t>
            </a:r>
            <a:r>
              <a:rPr lang="en-US" dirty="0">
                <a:latin typeface="+mj-lt"/>
              </a:rPr>
              <a:t>and </a:t>
            </a:r>
            <a:r>
              <a:rPr lang="he-IL" dirty="0">
                <a:latin typeface="+mj-lt"/>
              </a:rPr>
              <a:t> </a:t>
            </a:r>
            <a:r>
              <a:rPr lang="en-US" dirty="0">
                <a:latin typeface="+mj-lt"/>
              </a:rPr>
              <a:t>Challenges</a:t>
            </a:r>
          </a:p>
        </p:txBody>
      </p:sp>
      <p:sp>
        <p:nvSpPr>
          <p:cNvPr id="1825" name="Google Shape;1825;p37"/>
          <p:cNvSpPr txBox="1">
            <a:spLocks noGrp="1"/>
          </p:cNvSpPr>
          <p:nvPr>
            <p:ph type="subTitle" idx="17"/>
          </p:nvPr>
        </p:nvSpPr>
        <p:spPr>
          <a:xfrm>
            <a:off x="6083154" y="1261909"/>
            <a:ext cx="1556550" cy="6905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spcBef>
                <a:spcPts val="400"/>
              </a:spcBef>
            </a:pPr>
            <a:r>
              <a:rPr lang="en-US" sz="1800" dirty="0">
                <a:latin typeface="+mj-lt"/>
              </a:rPr>
              <a:t>Insights and Applications</a:t>
            </a:r>
          </a:p>
        </p:txBody>
      </p:sp>
      <p:sp>
        <p:nvSpPr>
          <p:cNvPr id="1827" name="Google Shape;1827;p37"/>
          <p:cNvSpPr txBox="1">
            <a:spLocks noGrp="1"/>
          </p:cNvSpPr>
          <p:nvPr>
            <p:ph type="subTitle" idx="19"/>
          </p:nvPr>
        </p:nvSpPr>
        <p:spPr>
          <a:xfrm>
            <a:off x="2768792" y="2474522"/>
            <a:ext cx="155655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spcBef>
                <a:spcPts val="400"/>
              </a:spcBef>
            </a:pPr>
            <a:r>
              <a:rPr lang="en-US" sz="1800" dirty="0">
                <a:latin typeface="+mj-lt"/>
              </a:rPr>
              <a:t>Project Goal</a:t>
            </a:r>
          </a:p>
        </p:txBody>
      </p:sp>
      <p:sp>
        <p:nvSpPr>
          <p:cNvPr id="1828" name="Google Shape;1828;p37"/>
          <p:cNvSpPr txBox="1">
            <a:spLocks noGrp="1"/>
          </p:cNvSpPr>
          <p:nvPr>
            <p:ph type="subTitle" idx="20"/>
          </p:nvPr>
        </p:nvSpPr>
        <p:spPr>
          <a:xfrm>
            <a:off x="5693400" y="3371082"/>
            <a:ext cx="233605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>
              <a:spcBef>
                <a:spcPts val="400"/>
              </a:spcBef>
            </a:pPr>
            <a:r>
              <a:rPr lang="en-US" dirty="0">
                <a:latin typeface="+mj-lt"/>
              </a:rPr>
              <a:t>Testing </a:t>
            </a:r>
            <a:r>
              <a:rPr lang="en-US" sz="1800" dirty="0">
                <a:latin typeface="+mj-lt"/>
                <a:cs typeface="Arial"/>
              </a:rPr>
              <a:t>Plan</a:t>
            </a:r>
            <a:endParaRPr lang="en-US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29" name="Google Shape;1829;p37"/>
          <p:cNvSpPr txBox="1">
            <a:spLocks noGrp="1"/>
          </p:cNvSpPr>
          <p:nvPr>
            <p:ph type="subTitle" idx="21"/>
          </p:nvPr>
        </p:nvSpPr>
        <p:spPr>
          <a:xfrm>
            <a:off x="2327469" y="3537147"/>
            <a:ext cx="2305500" cy="38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+mj-lt"/>
              </a:rPr>
              <a:t>Workflow</a:t>
            </a:r>
            <a:endParaRPr dirty="0">
              <a:latin typeface="+mj-lt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E2CA938-CE67-6734-0F59-6D92067CB370}"/>
              </a:ext>
            </a:extLst>
          </p:cNvPr>
          <p:cNvSpPr/>
          <p:nvPr/>
        </p:nvSpPr>
        <p:spPr>
          <a:xfrm>
            <a:off x="8755310" y="4795022"/>
            <a:ext cx="281011" cy="26840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2</a:t>
            </a:r>
          </a:p>
        </p:txBody>
      </p:sp>
      <p:sp>
        <p:nvSpPr>
          <p:cNvPr id="3" name="Google Shape;1817;p37">
            <a:extLst>
              <a:ext uri="{FF2B5EF4-FFF2-40B4-BE49-F238E27FC236}">
                <a16:creationId xmlns:a16="http://schemas.microsoft.com/office/drawing/2014/main" id="{2D0FC0AF-21F4-40EA-9ACA-AEF744995251}"/>
              </a:ext>
            </a:extLst>
          </p:cNvPr>
          <p:cNvSpPr txBox="1">
            <a:spLocks/>
          </p:cNvSpPr>
          <p:nvPr/>
        </p:nvSpPr>
        <p:spPr>
          <a:xfrm>
            <a:off x="4978171" y="3458691"/>
            <a:ext cx="807600" cy="4533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2800" b="0" i="0" u="none" strike="noStrike" cap="none">
                <a:solidFill>
                  <a:schemeClr val="dk1"/>
                </a:solidFill>
                <a:latin typeface="Archivo ExtraBold"/>
                <a:ea typeface="Archivo ExtraBold"/>
                <a:cs typeface="Archivo ExtraBold"/>
                <a:sym typeface="Archivo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4" name="Google Shape;1828;p37">
            <a:extLst>
              <a:ext uri="{FF2B5EF4-FFF2-40B4-BE49-F238E27FC236}">
                <a16:creationId xmlns:a16="http://schemas.microsoft.com/office/drawing/2014/main" id="{BDBE395F-521F-FCD1-8470-B073D8C8A85F}"/>
              </a:ext>
            </a:extLst>
          </p:cNvPr>
          <p:cNvSpPr txBox="1">
            <a:spLocks/>
          </p:cNvSpPr>
          <p:nvPr/>
        </p:nvSpPr>
        <p:spPr>
          <a:xfrm>
            <a:off x="5411269" y="2351026"/>
            <a:ext cx="316304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18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None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-US" dirty="0">
                <a:latin typeface="+mj-lt"/>
              </a:rPr>
              <a:t>Model Validation</a:t>
            </a:r>
            <a:endParaRPr lang="en-US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39"/>
          <p:cNvSpPr txBox="1">
            <a:spLocks noGrp="1"/>
          </p:cNvSpPr>
          <p:nvPr>
            <p:ph type="title"/>
          </p:nvPr>
        </p:nvSpPr>
        <p:spPr>
          <a:xfrm>
            <a:off x="709606" y="2860691"/>
            <a:ext cx="5086588" cy="105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b="1" dirty="0">
                <a:solidFill>
                  <a:schemeClr val="bg2">
                    <a:lumMod val="25000"/>
                  </a:schemeClr>
                </a:solidFill>
                <a:latin typeface="+mj-lt"/>
                <a:ea typeface="Roboto Mono"/>
                <a:cs typeface="Archivo SemiBold"/>
                <a:sym typeface="Archivo SemiBold"/>
              </a:rPr>
              <a:t>Problem Definition</a:t>
            </a:r>
            <a:r>
              <a:rPr lang="he-IL" sz="3600" b="1" dirty="0">
                <a:solidFill>
                  <a:schemeClr val="bg2">
                    <a:lumMod val="25000"/>
                  </a:schemeClr>
                </a:solidFill>
                <a:latin typeface="+mj-lt"/>
                <a:ea typeface="Roboto Mono"/>
                <a:sym typeface="Archivo SemiBold"/>
              </a:rPr>
              <a:t> &amp; 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+mj-lt"/>
                <a:ea typeface="Roboto Mono"/>
                <a:cs typeface="Archivo SemiBold"/>
                <a:sym typeface="Archivo SemiBold"/>
              </a:rPr>
              <a:t>Challenges</a:t>
            </a:r>
            <a:endParaRPr sz="3600" b="1" dirty="0">
              <a:solidFill>
                <a:schemeClr val="bg2">
                  <a:lumMod val="25000"/>
                </a:schemeClr>
              </a:solidFill>
              <a:latin typeface="+mj-lt"/>
              <a:ea typeface="Roboto Mono"/>
              <a:cs typeface="Archivo SemiBold"/>
              <a:sym typeface="Archivo SemiBold"/>
            </a:endParaRPr>
          </a:p>
        </p:txBody>
      </p:sp>
      <p:sp>
        <p:nvSpPr>
          <p:cNvPr id="2362" name="Google Shape;2362;p39"/>
          <p:cNvSpPr txBox="1">
            <a:spLocks noGrp="1"/>
          </p:cNvSpPr>
          <p:nvPr>
            <p:ph type="title" idx="2"/>
          </p:nvPr>
        </p:nvSpPr>
        <p:spPr>
          <a:xfrm>
            <a:off x="709618" y="1328925"/>
            <a:ext cx="1626600" cy="12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chemeClr val="bg2">
                    <a:lumMod val="25000"/>
                  </a:schemeClr>
                </a:solidFill>
                <a:latin typeface="+mj-lt"/>
                <a:cs typeface="Archivo SemiBold"/>
                <a:sym typeface="Archivo SemiBold"/>
              </a:rPr>
              <a:t>01</a:t>
            </a:r>
            <a:endParaRPr sz="7200" dirty="0">
              <a:solidFill>
                <a:schemeClr val="bg2">
                  <a:lumMod val="25000"/>
                </a:schemeClr>
              </a:solidFill>
              <a:latin typeface="+mj-lt"/>
              <a:cs typeface="Archivo SemiBold"/>
              <a:sym typeface="Archivo SemiBold"/>
            </a:endParaRPr>
          </a:p>
        </p:txBody>
      </p:sp>
      <p:grpSp>
        <p:nvGrpSpPr>
          <p:cNvPr id="2365" name="Google Shape;2365;p39"/>
          <p:cNvGrpSpPr/>
          <p:nvPr/>
        </p:nvGrpSpPr>
        <p:grpSpPr>
          <a:xfrm rot="5400000">
            <a:off x="2105643" y="-2252467"/>
            <a:ext cx="3689134" cy="3227984"/>
            <a:chOff x="1067625" y="-1658125"/>
            <a:chExt cx="2887550" cy="2526600"/>
          </a:xfrm>
        </p:grpSpPr>
        <p:sp>
          <p:nvSpPr>
            <p:cNvPr id="2366" name="Google Shape;2366;p39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39"/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39"/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39"/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39"/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39"/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8" name="Picture 7" descr="A magnifying glass and gear with a light bulb and a question mark&#10;&#10;AI-generated content may be incorrect.">
            <a:extLst>
              <a:ext uri="{FF2B5EF4-FFF2-40B4-BE49-F238E27FC236}">
                <a16:creationId xmlns:a16="http://schemas.microsoft.com/office/drawing/2014/main" id="{634DFEA2-79D4-12D7-FD05-EE04EA55F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957" y="1328925"/>
            <a:ext cx="2670191" cy="2670191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CC8681E8-6D35-2232-8828-729738AC3B88}"/>
              </a:ext>
            </a:extLst>
          </p:cNvPr>
          <p:cNvSpPr/>
          <p:nvPr/>
        </p:nvSpPr>
        <p:spPr>
          <a:xfrm>
            <a:off x="8755310" y="4795022"/>
            <a:ext cx="281011" cy="26840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39"/>
          <p:cNvSpPr txBox="1">
            <a:spLocks noGrp="1"/>
          </p:cNvSpPr>
          <p:nvPr>
            <p:ph type="title"/>
          </p:nvPr>
        </p:nvSpPr>
        <p:spPr>
          <a:xfrm>
            <a:off x="2286000" y="428472"/>
            <a:ext cx="4572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3200" b="1" dirty="0">
                <a:latin typeface="+mj-lt"/>
              </a:rPr>
              <a:t>Problem Definition</a:t>
            </a:r>
          </a:p>
        </p:txBody>
      </p:sp>
      <p:sp>
        <p:nvSpPr>
          <p:cNvPr id="1851" name="Google Shape;1851;p39"/>
          <p:cNvSpPr/>
          <p:nvPr/>
        </p:nvSpPr>
        <p:spPr>
          <a:xfrm>
            <a:off x="834424" y="1303725"/>
            <a:ext cx="45719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6623DE3-8E26-FBD2-E920-CC1633162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1553" y="1149915"/>
            <a:ext cx="6823682" cy="3779307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Citation networks </a:t>
            </a:r>
            <a:r>
              <a:rPr lang="en-US" dirty="0">
                <a:latin typeface="+mj-lt"/>
              </a:rPr>
              <a:t>model the evolution of scientific knowledge through </a:t>
            </a:r>
            <a:r>
              <a:rPr lang="en-US" b="1" dirty="0">
                <a:latin typeface="+mj-lt"/>
              </a:rPr>
              <a:t>citation links between research papers</a:t>
            </a:r>
            <a:r>
              <a:rPr lang="en-US" dirty="0">
                <a:latin typeface="+mj-lt"/>
              </a:rPr>
              <a:t> and grow continuously over time.</a:t>
            </a:r>
          </a:p>
          <a:p>
            <a:pPr marL="0" indent="0"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However, their </a:t>
            </a:r>
            <a:r>
              <a:rPr lang="en-US" b="1" dirty="0">
                <a:latin typeface="+mj-lt"/>
              </a:rPr>
              <a:t>large scale </a:t>
            </a:r>
            <a:r>
              <a:rPr lang="en-US" dirty="0">
                <a:latin typeface="+mj-lt"/>
              </a:rPr>
              <a:t>and </a:t>
            </a:r>
            <a:r>
              <a:rPr lang="en-US" b="1" dirty="0">
                <a:latin typeface="+mj-lt"/>
              </a:rPr>
              <a:t>dynamic</a:t>
            </a:r>
            <a:r>
              <a:rPr lang="en-US" dirty="0">
                <a:latin typeface="+mj-lt"/>
              </a:rPr>
              <a:t> nature make it difficult to track how research communities form, evolve, and change.</a:t>
            </a:r>
          </a:p>
          <a:p>
            <a:pPr marL="0" indent="0"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Static analysis </a:t>
            </a:r>
            <a:r>
              <a:rPr lang="en-US" dirty="0">
                <a:latin typeface="+mj-lt"/>
              </a:rPr>
              <a:t>methods fail to capture these </a:t>
            </a:r>
            <a:r>
              <a:rPr lang="en-US" b="1" dirty="0">
                <a:latin typeface="+mj-lt"/>
              </a:rPr>
              <a:t>temporal structural changes</a:t>
            </a:r>
            <a:r>
              <a:rPr lang="en-US" dirty="0">
                <a:latin typeface="+mj-lt"/>
              </a:rPr>
              <a:t>, creating the need for a framework that can identify meaningful community evolution while filtering out noise</a:t>
            </a:r>
            <a:r>
              <a:rPr lang="en-US" sz="1600" dirty="0">
                <a:latin typeface="+mj-lt"/>
              </a:rPr>
              <a:t>.</a:t>
            </a:r>
            <a:endParaRPr lang="he-IL" sz="1600" dirty="0">
              <a:latin typeface="+mj-lt"/>
            </a:endParaRPr>
          </a:p>
          <a:p>
            <a:pPr marL="0" indent="0">
              <a:lnSpc>
                <a:spcPct val="150000"/>
              </a:lnSpc>
            </a:pPr>
            <a:endParaRPr lang="he-IL" dirty="0"/>
          </a:p>
          <a:p>
            <a:endParaRPr lang="he-IL" dirty="0"/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58C37CEB-4726-A5D7-CEDA-0655E3E87761}"/>
              </a:ext>
            </a:extLst>
          </p:cNvPr>
          <p:cNvSpPr/>
          <p:nvPr/>
        </p:nvSpPr>
        <p:spPr>
          <a:xfrm>
            <a:off x="8755310" y="4795022"/>
            <a:ext cx="281011" cy="26840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4</a:t>
            </a:r>
            <a:endParaRPr lang="he-IL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3">
          <a:extLst>
            <a:ext uri="{FF2B5EF4-FFF2-40B4-BE49-F238E27FC236}">
              <a16:creationId xmlns:a16="http://schemas.microsoft.com/office/drawing/2014/main" id="{D25824BA-AC5F-1095-95EC-510B67D23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39">
            <a:extLst>
              <a:ext uri="{FF2B5EF4-FFF2-40B4-BE49-F238E27FC236}">
                <a16:creationId xmlns:a16="http://schemas.microsoft.com/office/drawing/2014/main" id="{B2462E53-7765-9CE9-93B0-B3F4AF371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4663" y="289504"/>
            <a:ext cx="445467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+mj-lt"/>
              </a:rPr>
              <a:t>Key Challenges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379A03E-188E-C05A-8E39-5B9335480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45" y="1020988"/>
            <a:ext cx="7452293" cy="3774034"/>
          </a:xfrm>
        </p:spPr>
        <p:txBody>
          <a:bodyPr/>
          <a:lstStyle/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+mj-lt"/>
              </a:rPr>
              <a:t>Scale and Complexity:</a:t>
            </a:r>
            <a:r>
              <a:rPr lang="en-US" dirty="0">
                <a:latin typeface="+mj-lt"/>
              </a:rPr>
              <a:t> The network includes thousands of papers and links that continuously evolve over time.</a:t>
            </a:r>
          </a:p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+mj-lt"/>
            </a:endParaRPr>
          </a:p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+mj-lt"/>
              </a:rPr>
              <a:t>Data Noise:</a:t>
            </a:r>
            <a:r>
              <a:rPr lang="en-US" dirty="0">
                <a:latin typeface="+mj-lt"/>
              </a:rPr>
              <a:t> Not every citation reflects a meaningful connection between papers, making analysis less straightforward.</a:t>
            </a:r>
          </a:p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+mj-lt"/>
            </a:endParaRPr>
          </a:p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+mj-lt"/>
              </a:rPr>
              <a:t>Temporal Community Changes :</a:t>
            </a:r>
            <a:r>
              <a:rPr lang="en-US" dirty="0">
                <a:latin typeface="+mj-lt"/>
              </a:rPr>
              <a:t> Research communities may split, merge, or emerge, complicating consistent tracking.</a:t>
            </a:r>
          </a:p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endParaRPr lang="en-US" dirty="0">
              <a:latin typeface="+mj-lt"/>
            </a:endParaRPr>
          </a:p>
          <a:p>
            <a:pPr marL="4826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+mj-lt"/>
              </a:rPr>
              <a:t>Stability and Clarity: </a:t>
            </a:r>
            <a:r>
              <a:rPr lang="en-US" dirty="0">
                <a:latin typeface="+mj-lt"/>
              </a:rPr>
              <a:t> Results can be sensitive to randomness; temporal changes must be presented clearly and reliably.</a:t>
            </a:r>
            <a:endParaRPr lang="he-IL" dirty="0">
              <a:latin typeface="+mj-lt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F6274080-EB6E-89E2-A37C-3BF543CAA297}"/>
              </a:ext>
            </a:extLst>
          </p:cNvPr>
          <p:cNvSpPr/>
          <p:nvPr/>
        </p:nvSpPr>
        <p:spPr>
          <a:xfrm>
            <a:off x="8755310" y="4795022"/>
            <a:ext cx="281011" cy="26840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5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58766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0">
          <a:extLst>
            <a:ext uri="{FF2B5EF4-FFF2-40B4-BE49-F238E27FC236}">
              <a16:creationId xmlns:a16="http://schemas.microsoft.com/office/drawing/2014/main" id="{58536E84-AC0F-F425-AAFC-D03CB2032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39">
            <a:extLst>
              <a:ext uri="{FF2B5EF4-FFF2-40B4-BE49-F238E27FC236}">
                <a16:creationId xmlns:a16="http://schemas.microsoft.com/office/drawing/2014/main" id="{12C68AB5-BB01-2E2B-6964-760889AAA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9606" y="2860691"/>
            <a:ext cx="5086588" cy="105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2">
                    <a:lumMod val="2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Project Goal</a:t>
            </a:r>
            <a:endParaRPr b="1" dirty="0">
              <a:solidFill>
                <a:schemeClr val="bg2">
                  <a:lumMod val="25000"/>
                </a:scheme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62" name="Google Shape;2362;p39">
            <a:extLst>
              <a:ext uri="{FF2B5EF4-FFF2-40B4-BE49-F238E27FC236}">
                <a16:creationId xmlns:a16="http://schemas.microsoft.com/office/drawing/2014/main" id="{2F2C304D-45E0-17B2-BEAB-6CD169EC5C4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9606" y="1574591"/>
            <a:ext cx="1626600" cy="12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25000"/>
                  </a:schemeClr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dirty="0">
              <a:solidFill>
                <a:schemeClr val="bg2">
                  <a:lumMod val="25000"/>
                </a:scheme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65" name="Google Shape;2365;p39">
            <a:extLst>
              <a:ext uri="{FF2B5EF4-FFF2-40B4-BE49-F238E27FC236}">
                <a16:creationId xmlns:a16="http://schemas.microsoft.com/office/drawing/2014/main" id="{C8091DB5-551A-D7CE-C491-C3A7261E77A8}"/>
              </a:ext>
            </a:extLst>
          </p:cNvPr>
          <p:cNvGrpSpPr/>
          <p:nvPr/>
        </p:nvGrpSpPr>
        <p:grpSpPr>
          <a:xfrm rot="5400000">
            <a:off x="1814964" y="-1292741"/>
            <a:ext cx="3689134" cy="3227984"/>
            <a:chOff x="1067625" y="-1658125"/>
            <a:chExt cx="2887550" cy="2526600"/>
          </a:xfrm>
        </p:grpSpPr>
        <p:sp>
          <p:nvSpPr>
            <p:cNvPr id="2366" name="Google Shape;2366;p39">
              <a:extLst>
                <a:ext uri="{FF2B5EF4-FFF2-40B4-BE49-F238E27FC236}">
                  <a16:creationId xmlns:a16="http://schemas.microsoft.com/office/drawing/2014/main" id="{6ED37A41-7730-1859-04F0-DA3D599752B1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39">
              <a:extLst>
                <a:ext uri="{FF2B5EF4-FFF2-40B4-BE49-F238E27FC236}">
                  <a16:creationId xmlns:a16="http://schemas.microsoft.com/office/drawing/2014/main" id="{F6AD24DE-3116-836A-EF57-5289FA32AB6B}"/>
                </a:ext>
              </a:extLst>
            </p:cNvPr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39">
              <a:extLst>
                <a:ext uri="{FF2B5EF4-FFF2-40B4-BE49-F238E27FC236}">
                  <a16:creationId xmlns:a16="http://schemas.microsoft.com/office/drawing/2014/main" id="{A7C719EF-F755-129D-F194-8066CBBA85C2}"/>
                </a:ext>
              </a:extLst>
            </p:cNvPr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39">
              <a:extLst>
                <a:ext uri="{FF2B5EF4-FFF2-40B4-BE49-F238E27FC236}">
                  <a16:creationId xmlns:a16="http://schemas.microsoft.com/office/drawing/2014/main" id="{607E4FDE-0694-CEC7-E9CB-A9B64C7764D3}"/>
                </a:ext>
              </a:extLst>
            </p:cNvPr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39">
              <a:extLst>
                <a:ext uri="{FF2B5EF4-FFF2-40B4-BE49-F238E27FC236}">
                  <a16:creationId xmlns:a16="http://schemas.microsoft.com/office/drawing/2014/main" id="{E225DF3B-6B3C-54BC-D9B0-59C0E2D1BECE}"/>
                </a:ext>
              </a:extLst>
            </p:cNvPr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39">
              <a:extLst>
                <a:ext uri="{FF2B5EF4-FFF2-40B4-BE49-F238E27FC236}">
                  <a16:creationId xmlns:a16="http://schemas.microsoft.com/office/drawing/2014/main" id="{6A7BF7A3-30A9-4E8E-3699-75D0680B858B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6" name="Picture 5" descr="A light bulb and target with arrows&#10;&#10;AI-generated content may be incorrect.">
            <a:extLst>
              <a:ext uri="{FF2B5EF4-FFF2-40B4-BE49-F238E27FC236}">
                <a16:creationId xmlns:a16="http://schemas.microsoft.com/office/drawing/2014/main" id="{FEA60445-ED83-B66A-E437-40691E134F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022" y="1066852"/>
            <a:ext cx="3009795" cy="3009795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0455348-43E4-04F1-08DE-A9BC8695D990}"/>
              </a:ext>
            </a:extLst>
          </p:cNvPr>
          <p:cNvSpPr/>
          <p:nvPr/>
        </p:nvSpPr>
        <p:spPr>
          <a:xfrm>
            <a:off x="8755310" y="4795022"/>
            <a:ext cx="281011" cy="268401"/>
          </a:xfrm>
          <a:prstGeom prst="flowChartConnector">
            <a:avLst/>
          </a:prstGeom>
          <a:solidFill>
            <a:srgbClr val="17235B"/>
          </a:solidFill>
          <a:ln w="25400" cap="flat" cmpd="sng" algn="ctr">
            <a:solidFill>
              <a:srgbClr val="17235B">
                <a:shade val="15000"/>
              </a:srgbClr>
            </a:solidFill>
            <a:prstDash val="solid"/>
          </a:ln>
          <a:effectLst/>
        </p:spPr>
        <p:txBody>
          <a:bodyPr rtlCol="1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1800" dirty="0">
                <a:solidFill>
                  <a:srgbClr val="DCE5F5"/>
                </a:solidFill>
                <a:ea typeface="+mn-ea"/>
                <a:cs typeface="Arial" panose="020B0604020202020204" pitchFamily="34" charset="0"/>
              </a:rPr>
              <a:t>6</a:t>
            </a: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srgbClr val="DCE5F5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796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44;p39">
            <a:extLst>
              <a:ext uri="{FF2B5EF4-FFF2-40B4-BE49-F238E27FC236}">
                <a16:creationId xmlns:a16="http://schemas.microsoft.com/office/drawing/2014/main" id="{FF487714-62B1-0DB0-1886-DC0EF1EB4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0515" y="101039"/>
            <a:ext cx="280598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3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Project Goal</a:t>
            </a:r>
            <a:endParaRPr lang="he-IL" sz="3200" b="1" dirty="0">
              <a:latin typeface="+mj-lt"/>
            </a:endParaRP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0DAC7C24-BA94-98E3-EAA1-7058A5D88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9473" y="673739"/>
            <a:ext cx="7043901" cy="348678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Objective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Develop a model to analyze and visualize structural changes in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citation networks.</a:t>
            </a:r>
          </a:p>
          <a:p>
            <a:pPr>
              <a:lnSpc>
                <a:spcPct val="15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b="1" u="sng" dirty="0">
                <a:latin typeface="+mj-lt"/>
              </a:rPr>
              <a:t>How This Solves the Problem?</a:t>
            </a:r>
            <a:endParaRPr lang="en-US" u="sng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Detecting research trends:</a:t>
            </a:r>
            <a:r>
              <a:rPr lang="en-US" dirty="0">
                <a:latin typeface="+mj-lt"/>
              </a:rPr>
              <a:t> Track growth, decline, splits, and merges of topics.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Noise Filtering:</a:t>
            </a:r>
            <a:r>
              <a:rPr lang="en-US" dirty="0">
                <a:latin typeface="+mj-lt"/>
              </a:rPr>
              <a:t> Highlight only meaningful citations.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+mj-lt"/>
              </a:rPr>
              <a:t>Improves interpretability:</a:t>
            </a:r>
            <a:r>
              <a:rPr lang="en-US" dirty="0">
                <a:latin typeface="+mj-lt"/>
              </a:rPr>
              <a:t> Provides clear visualizations for understanding knowledge evolution.</a:t>
            </a:r>
          </a:p>
        </p:txBody>
      </p:sp>
      <p:pic>
        <p:nvPicPr>
          <p:cNvPr id="2" name="Picture 4" descr="Target PNG transparent image download, size: 488x459px">
            <a:extLst>
              <a:ext uri="{FF2B5EF4-FFF2-40B4-BE49-F238E27FC236}">
                <a16:creationId xmlns:a16="http://schemas.microsoft.com/office/drawing/2014/main" id="{F257CA73-0A1B-4314-3CDB-909EAC58A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35790">
            <a:off x="7368854" y="3428818"/>
            <a:ext cx="1760934" cy="16562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851;p39">
            <a:extLst>
              <a:ext uri="{FF2B5EF4-FFF2-40B4-BE49-F238E27FC236}">
                <a16:creationId xmlns:a16="http://schemas.microsoft.com/office/drawing/2014/main" id="{7D685265-646B-A203-5F47-4368B122C7FF}"/>
              </a:ext>
            </a:extLst>
          </p:cNvPr>
          <p:cNvSpPr/>
          <p:nvPr/>
        </p:nvSpPr>
        <p:spPr>
          <a:xfrm>
            <a:off x="678561" y="2350089"/>
            <a:ext cx="45719" cy="17105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851;p39">
            <a:extLst>
              <a:ext uri="{FF2B5EF4-FFF2-40B4-BE49-F238E27FC236}">
                <a16:creationId xmlns:a16="http://schemas.microsoft.com/office/drawing/2014/main" id="{8C885408-0155-96D3-571B-05D3D9DCBF3C}"/>
              </a:ext>
            </a:extLst>
          </p:cNvPr>
          <p:cNvSpPr/>
          <p:nvPr/>
        </p:nvSpPr>
        <p:spPr>
          <a:xfrm>
            <a:off x="678561" y="830817"/>
            <a:ext cx="45719" cy="17105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F6099EFA-DDC1-387E-547C-28A4FD5D09FE}"/>
              </a:ext>
            </a:extLst>
          </p:cNvPr>
          <p:cNvSpPr/>
          <p:nvPr/>
        </p:nvSpPr>
        <p:spPr>
          <a:xfrm>
            <a:off x="8755310" y="4795022"/>
            <a:ext cx="281011" cy="26840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0">
          <a:extLst>
            <a:ext uri="{FF2B5EF4-FFF2-40B4-BE49-F238E27FC236}">
              <a16:creationId xmlns:a16="http://schemas.microsoft.com/office/drawing/2014/main" id="{218AE7B3-7EC1-06D8-14B4-50F96513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39">
            <a:extLst>
              <a:ext uri="{FF2B5EF4-FFF2-40B4-BE49-F238E27FC236}">
                <a16:creationId xmlns:a16="http://schemas.microsoft.com/office/drawing/2014/main" id="{14D0C425-C7AA-1B8D-0BC1-0FDEDA29DD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9606" y="2860691"/>
            <a:ext cx="5086588" cy="105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Workflow</a:t>
            </a:r>
            <a:endParaRPr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62" name="Google Shape;2362;p39">
            <a:extLst>
              <a:ext uri="{FF2B5EF4-FFF2-40B4-BE49-F238E27FC236}">
                <a16:creationId xmlns:a16="http://schemas.microsoft.com/office/drawing/2014/main" id="{18208BE7-E732-8188-8B53-0D0C9A07075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9618" y="1328925"/>
            <a:ext cx="1626600" cy="12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65" name="Google Shape;2365;p39">
            <a:extLst>
              <a:ext uri="{FF2B5EF4-FFF2-40B4-BE49-F238E27FC236}">
                <a16:creationId xmlns:a16="http://schemas.microsoft.com/office/drawing/2014/main" id="{FD7D6182-FF5A-8F58-3AF9-60B4D5747015}"/>
              </a:ext>
            </a:extLst>
          </p:cNvPr>
          <p:cNvGrpSpPr/>
          <p:nvPr/>
        </p:nvGrpSpPr>
        <p:grpSpPr>
          <a:xfrm rot="5400000">
            <a:off x="1942185" y="-1841381"/>
            <a:ext cx="3689134" cy="3227984"/>
            <a:chOff x="1067625" y="-1658125"/>
            <a:chExt cx="2887550" cy="2526600"/>
          </a:xfrm>
        </p:grpSpPr>
        <p:sp>
          <p:nvSpPr>
            <p:cNvPr id="2366" name="Google Shape;2366;p39">
              <a:extLst>
                <a:ext uri="{FF2B5EF4-FFF2-40B4-BE49-F238E27FC236}">
                  <a16:creationId xmlns:a16="http://schemas.microsoft.com/office/drawing/2014/main" id="{DCBB6CB7-3281-2CFA-19C5-50B488240308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9">
              <a:extLst>
                <a:ext uri="{FF2B5EF4-FFF2-40B4-BE49-F238E27FC236}">
                  <a16:creationId xmlns:a16="http://schemas.microsoft.com/office/drawing/2014/main" id="{AE91F75B-5BA1-2F01-4444-E410C561FC77}"/>
                </a:ext>
              </a:extLst>
            </p:cNvPr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9">
              <a:extLst>
                <a:ext uri="{FF2B5EF4-FFF2-40B4-BE49-F238E27FC236}">
                  <a16:creationId xmlns:a16="http://schemas.microsoft.com/office/drawing/2014/main" id="{1B8E4206-17B7-AA34-1CF0-976668E8AB19}"/>
                </a:ext>
              </a:extLst>
            </p:cNvPr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9">
              <a:extLst>
                <a:ext uri="{FF2B5EF4-FFF2-40B4-BE49-F238E27FC236}">
                  <a16:creationId xmlns:a16="http://schemas.microsoft.com/office/drawing/2014/main" id="{CE31882A-513A-B662-65C9-D8E7C1AA75EB}"/>
                </a:ext>
              </a:extLst>
            </p:cNvPr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9">
              <a:extLst>
                <a:ext uri="{FF2B5EF4-FFF2-40B4-BE49-F238E27FC236}">
                  <a16:creationId xmlns:a16="http://schemas.microsoft.com/office/drawing/2014/main" id="{51AF2DD8-85A5-4249-0F96-CE3F64628DB8}"/>
                </a:ext>
              </a:extLst>
            </p:cNvPr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9">
              <a:extLst>
                <a:ext uri="{FF2B5EF4-FFF2-40B4-BE49-F238E27FC236}">
                  <a16:creationId xmlns:a16="http://schemas.microsoft.com/office/drawing/2014/main" id="{E792E8BF-DB77-11BC-A2E9-F3C6A48C85B3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656E72BD-9565-3C18-622B-99BD68A6B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363" y="1030363"/>
            <a:ext cx="3082773" cy="3082773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A8501AC2-37F6-5F75-F836-228F137224B8}"/>
              </a:ext>
            </a:extLst>
          </p:cNvPr>
          <p:cNvSpPr/>
          <p:nvPr/>
        </p:nvSpPr>
        <p:spPr>
          <a:xfrm>
            <a:off x="8755310" y="4795022"/>
            <a:ext cx="281011" cy="26840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7816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1926B31F-BA62-075A-6375-34A761FF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44;p39">
            <a:extLst>
              <a:ext uri="{FF2B5EF4-FFF2-40B4-BE49-F238E27FC236}">
                <a16:creationId xmlns:a16="http://schemas.microsoft.com/office/drawing/2014/main" id="{E681E97C-6AF9-0DAB-2D48-2A5D23A595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6895" y="0"/>
            <a:ext cx="282596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dirty="0">
                <a:latin typeface="+mj-lt"/>
              </a:rPr>
              <a:t>Workflow</a:t>
            </a:r>
            <a:r>
              <a:rPr lang="en-US" sz="3200" b="1" dirty="0"/>
              <a:t> </a:t>
            </a: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27EEEFD-1AC6-6B1A-4DAD-1D2DC8828A9F}"/>
              </a:ext>
            </a:extLst>
          </p:cNvPr>
          <p:cNvSpPr/>
          <p:nvPr/>
        </p:nvSpPr>
        <p:spPr>
          <a:xfrm>
            <a:off x="8755310" y="4795022"/>
            <a:ext cx="281011" cy="268401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9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A4573B4-78E4-B5BF-A451-8C75334E7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403" y="545159"/>
            <a:ext cx="6971307" cy="4354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3898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FF332EC9-25AB-5846-2960-1BB02F93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E278C72-BAEC-46F9-0F09-67C8E3259442}"/>
              </a:ext>
            </a:extLst>
          </p:cNvPr>
          <p:cNvSpPr/>
          <p:nvPr/>
        </p:nvSpPr>
        <p:spPr>
          <a:xfrm>
            <a:off x="8488680" y="4723978"/>
            <a:ext cx="547641" cy="33944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10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6A9C6EE-AFEA-61D8-DB9F-544426DED6C3}"/>
              </a:ext>
            </a:extLst>
          </p:cNvPr>
          <p:cNvSpPr txBox="1"/>
          <p:nvPr/>
        </p:nvSpPr>
        <p:spPr>
          <a:xfrm>
            <a:off x="383497" y="1310777"/>
            <a:ext cx="8760503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Input &amp; Temporal Partitioning: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Load citation graph and split into temporal snapshots to capture evolving network states.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Node Embedding: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Generate compact vector representations for papers using 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GraphSAGE</a:t>
            </a:r>
            <a:r>
              <a:rPr lang="en-US" b="1" dirty="0">
                <a:solidFill>
                  <a:schemeClr val="accent3">
                    <a:lumMod val="10000"/>
                  </a:schemeClr>
                </a:solidFill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Clustering &amp; K Optimization: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Partition nodes into clusters with K-Means, select optimal K via 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Silhouette Score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and 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Jaccard stability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checks.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Cluster Matching: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Track cluster evolution across snapshots using similarity-based matching (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Hungarian Method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)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Visualization: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Display community dynamics and structural changes over time with </a:t>
            </a: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Alluvial Diagrams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b="1" dirty="0">
                <a:solidFill>
                  <a:schemeClr val="tx1">
                    <a:lumMod val="75000"/>
                  </a:schemeClr>
                </a:solidFill>
              </a:rPr>
              <a:t>Outcome: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 Provides a complete temporal view of citation network evolution, highlighting stable and evolving communities.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8810B223-AB10-C471-13C2-3BD9B7F87DD4}"/>
              </a:ext>
            </a:extLst>
          </p:cNvPr>
          <p:cNvSpPr txBox="1"/>
          <p:nvPr/>
        </p:nvSpPr>
        <p:spPr>
          <a:xfrm>
            <a:off x="1383871" y="768561"/>
            <a:ext cx="6103761" cy="307777"/>
          </a:xfrm>
          <a:prstGeom prst="rect">
            <a:avLst/>
          </a:prstGeom>
          <a:noFill/>
          <a:ln w="31750">
            <a:solidFill>
              <a:srgbClr val="002060"/>
            </a:solidFill>
          </a:ln>
        </p:spPr>
        <p:txBody>
          <a:bodyPr wrap="square" rtlCol="1">
            <a:spAutoFit/>
          </a:bodyPr>
          <a:lstStyle/>
          <a:p>
            <a:r>
              <a:rPr lang="en-US" dirty="0"/>
              <a:t>Input → Embedding → Clustering → Matching → Visualization → Outcome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572961A5-1270-916B-7246-A0A39C43A2A1}"/>
              </a:ext>
            </a:extLst>
          </p:cNvPr>
          <p:cNvSpPr txBox="1"/>
          <p:nvPr/>
        </p:nvSpPr>
        <p:spPr>
          <a:xfrm>
            <a:off x="231413" y="179137"/>
            <a:ext cx="8681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17235B"/>
                </a:solidFill>
                <a:effectLst/>
                <a:uLnTx/>
                <a:uFillTx/>
                <a:latin typeface="+mj-lt"/>
                <a:cs typeface="Archivo SemiBold"/>
                <a:sym typeface="Archivo SemiBold"/>
              </a:rPr>
              <a:t>Dynamic Citation Network Analysis High-Level Workflow </a:t>
            </a:r>
            <a:endParaRPr lang="he-IL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0037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FA700CDB-2B7E-9A11-3AC1-542B73F49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8" name="Google Shape;2318;p61">
            <a:extLst>
              <a:ext uri="{FF2B5EF4-FFF2-40B4-BE49-F238E27FC236}">
                <a16:creationId xmlns:a16="http://schemas.microsoft.com/office/drawing/2014/main" id="{1B81A740-3D4F-C387-AB48-DB98713FEC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9612"/>
          <a:stretch/>
        </p:blipFill>
        <p:spPr>
          <a:xfrm rot="15615420" flipH="1">
            <a:off x="52322" y="4255769"/>
            <a:ext cx="826043" cy="11117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844;p39">
            <a:extLst>
              <a:ext uri="{FF2B5EF4-FFF2-40B4-BE49-F238E27FC236}">
                <a16:creationId xmlns:a16="http://schemas.microsoft.com/office/drawing/2014/main" id="{E1857B49-EF71-4CBA-AE91-2B94ECC7590F}"/>
              </a:ext>
            </a:extLst>
          </p:cNvPr>
          <p:cNvSpPr txBox="1">
            <a:spLocks/>
          </p:cNvSpPr>
          <p:nvPr/>
        </p:nvSpPr>
        <p:spPr>
          <a:xfrm>
            <a:off x="294840" y="925787"/>
            <a:ext cx="564294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2400" b="1" dirty="0">
                <a:latin typeface="+mj-lt"/>
                <a:cs typeface="+mn-cs"/>
              </a:rPr>
              <a:t>1.</a:t>
            </a:r>
            <a:r>
              <a:rPr lang="en-US" sz="2400" dirty="0">
                <a:latin typeface="+mj-lt"/>
                <a:cs typeface="+mn-cs"/>
              </a:rPr>
              <a:t> </a:t>
            </a:r>
            <a:r>
              <a:rPr lang="en-US" sz="2400" b="1" dirty="0">
                <a:latin typeface="+mj-lt"/>
                <a:cs typeface="+mn-cs"/>
              </a:rPr>
              <a:t>Input and Temporal Partitioning</a:t>
            </a:r>
            <a:endParaRPr lang="he-IL" sz="2400" dirty="0">
              <a:latin typeface="+mj-lt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itle 4">
                <a:extLst>
                  <a:ext uri="{FF2B5EF4-FFF2-40B4-BE49-F238E27FC236}">
                    <a16:creationId xmlns:a16="http://schemas.microsoft.com/office/drawing/2014/main" id="{FF9E112B-5537-98BE-237F-79722D39669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7679" y="1639881"/>
                <a:ext cx="4780023" cy="2197720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+mj-lt"/>
                  </a:rPr>
                  <a:t>Objective:</a:t>
                </a:r>
                <a:r>
                  <a:rPr lang="en-US" dirty="0">
                    <a:latin typeface="+mj-lt"/>
                  </a:rPr>
                  <a:t> Prepare citation data for temporal analysis.</a:t>
                </a:r>
              </a:p>
              <a:p>
                <a:pPr>
                  <a:lnSpc>
                    <a:spcPct val="150000"/>
                  </a:lnSpc>
                </a:pPr>
                <a:endParaRPr lang="en-US" sz="900" b="1" dirty="0">
                  <a:latin typeface="+mj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b="1" dirty="0">
                    <a:latin typeface="+mj-lt"/>
                  </a:rPr>
                  <a:t>Steps:</a:t>
                </a:r>
                <a:endParaRPr lang="en-US" dirty="0">
                  <a:latin typeface="+mj-lt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j-lt"/>
                  </a:rPr>
                  <a:t>Load citation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ar-AE" dirty="0">
                  <a:latin typeface="+mj-lt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j-lt"/>
                  </a:rPr>
                  <a:t>Split graph into temporal snapshots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l-GR" dirty="0">
                  <a:latin typeface="+mj-lt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j-lt"/>
                  </a:rPr>
                  <a:t>Nodes = papers, Edges = citations</a:t>
                </a:r>
              </a:p>
            </p:txBody>
          </p:sp>
        </mc:Choice>
        <mc:Fallback xmlns="">
          <p:sp>
            <p:nvSpPr>
              <p:cNvPr id="2" name="Subtitle 4">
                <a:extLst>
                  <a:ext uri="{FF2B5EF4-FFF2-40B4-BE49-F238E27FC236}">
                    <a16:creationId xmlns:a16="http://schemas.microsoft.com/office/drawing/2014/main" id="{FF9E112B-5537-98BE-237F-79722D3966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7679" y="1639881"/>
                <a:ext cx="4780023" cy="2197720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0395F03-95AC-A69B-0050-57F8FBD8F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702" y="1938249"/>
            <a:ext cx="3878770" cy="2040746"/>
          </a:xfrm>
          <a:prstGeom prst="rect">
            <a:avLst/>
          </a:prstGeom>
        </p:spPr>
      </p:pic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5CE930B-CF0D-7C9B-28AC-8EA5F7FFC937}"/>
              </a:ext>
            </a:extLst>
          </p:cNvPr>
          <p:cNvSpPr/>
          <p:nvPr/>
        </p:nvSpPr>
        <p:spPr>
          <a:xfrm>
            <a:off x="8458200" y="4671060"/>
            <a:ext cx="578121" cy="392363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11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9B1E2E52-A97F-1F13-134C-F492D67681B5}"/>
              </a:ext>
            </a:extLst>
          </p:cNvPr>
          <p:cNvSpPr txBox="1"/>
          <p:nvPr/>
        </p:nvSpPr>
        <p:spPr>
          <a:xfrm>
            <a:off x="294840" y="331867"/>
            <a:ext cx="7639667" cy="369332"/>
          </a:xfrm>
          <a:prstGeom prst="rect">
            <a:avLst/>
          </a:prstGeom>
          <a:noFill/>
          <a:ln w="31750">
            <a:solidFill>
              <a:srgbClr val="002060"/>
            </a:solidFill>
          </a:ln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Workflow: Input</a:t>
            </a:r>
            <a:r>
              <a:rPr lang="en-US" dirty="0"/>
              <a:t> → Embedding → Clustering → Matching → Visualization → Outcome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E18B8D4-23AE-D22C-941D-B9711D2470C1}"/>
              </a:ext>
            </a:extLst>
          </p:cNvPr>
          <p:cNvSpPr txBox="1"/>
          <p:nvPr/>
        </p:nvSpPr>
        <p:spPr>
          <a:xfrm>
            <a:off x="5085323" y="3944153"/>
            <a:ext cx="3821458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050" dirty="0"/>
              <a:t>Each snapshot represents the network in one time period</a:t>
            </a:r>
            <a:endParaRPr lang="he-IL" sz="1050" dirty="0"/>
          </a:p>
        </p:txBody>
      </p:sp>
    </p:spTree>
    <p:extLst>
      <p:ext uri="{BB962C8B-B14F-4D97-AF65-F5344CB8AC3E}">
        <p14:creationId xmlns:p14="http://schemas.microsoft.com/office/powerpoint/2010/main" val="3655890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E42CEE41-5F6E-1881-F2CC-99AF5E82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8" name="Google Shape;2318;p61">
            <a:extLst>
              <a:ext uri="{FF2B5EF4-FFF2-40B4-BE49-F238E27FC236}">
                <a16:creationId xmlns:a16="http://schemas.microsoft.com/office/drawing/2014/main" id="{757F95F3-BCAD-F573-A0C4-6D5BF195CBC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9612"/>
          <a:stretch/>
        </p:blipFill>
        <p:spPr>
          <a:xfrm rot="-9392690">
            <a:off x="8269651" y="3103391"/>
            <a:ext cx="971318" cy="137993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title 4">
            <a:extLst>
              <a:ext uri="{FF2B5EF4-FFF2-40B4-BE49-F238E27FC236}">
                <a16:creationId xmlns:a16="http://schemas.microsoft.com/office/drawing/2014/main" id="{E17C4B7C-F327-6DCE-DD52-B9C039789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801" y="1193259"/>
            <a:ext cx="8370951" cy="354767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Objective:</a:t>
            </a:r>
            <a:r>
              <a:rPr lang="en-US" dirty="0">
                <a:latin typeface="+mj-lt"/>
              </a:rPr>
              <a:t> Generate compact vector representations for papers using </a:t>
            </a:r>
            <a:r>
              <a:rPr lang="en-US" b="1" dirty="0">
                <a:latin typeface="+mj-lt"/>
              </a:rPr>
              <a:t>GraphSAGE</a:t>
            </a:r>
            <a:r>
              <a:rPr lang="en-US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Method: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GraphSAGE algorithm</a:t>
            </a:r>
            <a:r>
              <a:rPr lang="en-US" dirty="0">
                <a:latin typeface="+mj-lt"/>
              </a:rPr>
              <a:t>: samples neighbors, aggregates features, merge with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node, update embedding.</a:t>
            </a:r>
          </a:p>
          <a:p>
            <a:pPr>
              <a:lnSpc>
                <a:spcPct val="150000"/>
              </a:lnSpc>
            </a:pPr>
            <a:endParaRPr lang="en-US" sz="2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Outcome:</a:t>
            </a:r>
            <a:r>
              <a:rPr lang="en-US" dirty="0">
                <a:latin typeface="+mj-lt"/>
              </a:rPr>
              <a:t> Each node is represented as a compact vector for clustering and analysis.</a:t>
            </a:r>
          </a:p>
        </p:txBody>
      </p:sp>
      <p:sp>
        <p:nvSpPr>
          <p:cNvPr id="7" name="Flowchart: Connector 1">
            <a:extLst>
              <a:ext uri="{FF2B5EF4-FFF2-40B4-BE49-F238E27FC236}">
                <a16:creationId xmlns:a16="http://schemas.microsoft.com/office/drawing/2014/main" id="{DB0284D7-B580-674B-D632-0B923A04DD5A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12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39DA40D1-0F07-AA5E-156D-6B4C13E36893}"/>
              </a:ext>
            </a:extLst>
          </p:cNvPr>
          <p:cNvSpPr txBox="1"/>
          <p:nvPr/>
        </p:nvSpPr>
        <p:spPr>
          <a:xfrm>
            <a:off x="339268" y="309853"/>
            <a:ext cx="7825623" cy="369332"/>
          </a:xfrm>
          <a:prstGeom prst="rect">
            <a:avLst/>
          </a:prstGeom>
          <a:noFill/>
          <a:ln w="31750">
            <a:solidFill>
              <a:srgbClr val="002060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Workflow: </a:t>
            </a:r>
            <a:r>
              <a:rPr lang="en-US" dirty="0"/>
              <a:t>Input → </a:t>
            </a:r>
            <a:r>
              <a:rPr lang="en-US" sz="1800" b="1" dirty="0">
                <a:solidFill>
                  <a:srgbClr val="002060"/>
                </a:solidFill>
              </a:rPr>
              <a:t>Embedding</a:t>
            </a:r>
            <a:r>
              <a:rPr lang="en-US" dirty="0"/>
              <a:t> → Clustering → Matching → Visualization → Outcome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EB9E5F0D-45A1-1E7C-E66E-A979F8DA1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915" y="3181117"/>
            <a:ext cx="5979519" cy="1652530"/>
          </a:xfrm>
          <a:prstGeom prst="rect">
            <a:avLst/>
          </a:prstGeom>
        </p:spPr>
      </p:pic>
      <p:sp>
        <p:nvSpPr>
          <p:cNvPr id="3" name="Google Shape;1844;p39">
            <a:extLst>
              <a:ext uri="{FF2B5EF4-FFF2-40B4-BE49-F238E27FC236}">
                <a16:creationId xmlns:a16="http://schemas.microsoft.com/office/drawing/2014/main" id="{366B9A22-EADF-00F1-DC7F-57C6CF0A2B8E}"/>
              </a:ext>
            </a:extLst>
          </p:cNvPr>
          <p:cNvSpPr txBox="1">
            <a:spLocks/>
          </p:cNvSpPr>
          <p:nvPr/>
        </p:nvSpPr>
        <p:spPr>
          <a:xfrm>
            <a:off x="424765" y="775942"/>
            <a:ext cx="5642948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2400" b="1" dirty="0">
                <a:latin typeface="+mj-lt"/>
                <a:cs typeface="+mn-cs"/>
              </a:rPr>
              <a:t>2.</a:t>
            </a:r>
            <a:r>
              <a:rPr lang="en-US" sz="2400" dirty="0">
                <a:latin typeface="+mj-lt"/>
                <a:cs typeface="+mn-cs"/>
              </a:rPr>
              <a:t> </a:t>
            </a:r>
            <a:r>
              <a:rPr lang="en-US" sz="2400" b="1" dirty="0">
                <a:latin typeface="+mj-lt"/>
                <a:cs typeface="+mn-cs"/>
              </a:rPr>
              <a:t>Node Embedding</a:t>
            </a:r>
            <a:endParaRPr lang="he-IL" sz="2400" b="1" dirty="0"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491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23304788-3EBE-9578-FAE3-3B06D3B8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8" name="Google Shape;2318;p61">
            <a:extLst>
              <a:ext uri="{FF2B5EF4-FFF2-40B4-BE49-F238E27FC236}">
                <a16:creationId xmlns:a16="http://schemas.microsoft.com/office/drawing/2014/main" id="{075EB9EF-5C15-CA3E-D2AD-14C6D2E576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9612"/>
          <a:stretch/>
        </p:blipFill>
        <p:spPr>
          <a:xfrm rot="-9392690">
            <a:off x="-225631" y="3752662"/>
            <a:ext cx="971318" cy="137993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Subtitle 4">
                <a:extLst>
                  <a:ext uri="{FF2B5EF4-FFF2-40B4-BE49-F238E27FC236}">
                    <a16:creationId xmlns:a16="http://schemas.microsoft.com/office/drawing/2014/main" id="{DD7C31AF-D43F-63A0-1464-88EC883641E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07679" y="1293871"/>
                <a:ext cx="5066493" cy="3547671"/>
              </a:xfrm>
            </p:spPr>
            <p:txBody>
              <a:bodyPr/>
              <a:lstStyle/>
              <a:p>
                <a:r>
                  <a:rPr lang="en-US" b="1" dirty="0">
                    <a:latin typeface="+mj-lt"/>
                  </a:rPr>
                  <a:t>Objective:</a:t>
                </a:r>
                <a:r>
                  <a:rPr lang="en-US" dirty="0">
                    <a:latin typeface="+mj-lt"/>
                  </a:rPr>
                  <a:t> </a:t>
                </a:r>
              </a:p>
              <a:p>
                <a:r>
                  <a:rPr lang="en-US" dirty="0">
                    <a:latin typeface="+mj-lt"/>
                  </a:rPr>
                  <a:t>Partition node embeddings into clusters, with </a:t>
                </a:r>
                <a:r>
                  <a:rPr lang="en-US" b="1" dirty="0">
                    <a:latin typeface="+mj-lt"/>
                  </a:rPr>
                  <a:t>K-Means</a:t>
                </a:r>
                <a:r>
                  <a:rPr lang="en-US" dirty="0">
                    <a:latin typeface="+mj-lt"/>
                  </a:rPr>
                  <a:t>, </a:t>
                </a:r>
              </a:p>
              <a:p>
                <a:r>
                  <a:rPr lang="en-US" dirty="0">
                    <a:latin typeface="+mj-lt"/>
                  </a:rPr>
                  <a:t>Find optimal K via </a:t>
                </a:r>
                <a:r>
                  <a:rPr lang="en-US" b="1" dirty="0">
                    <a:latin typeface="+mj-lt"/>
                  </a:rPr>
                  <a:t>Silhouette Score </a:t>
                </a:r>
                <a:r>
                  <a:rPr lang="en-US" dirty="0">
                    <a:latin typeface="+mj-lt"/>
                  </a:rPr>
                  <a:t>and </a:t>
                </a:r>
                <a:r>
                  <a:rPr lang="en-US" b="1" dirty="0">
                    <a:latin typeface="+mj-lt"/>
                  </a:rPr>
                  <a:t>Jaccard stability </a:t>
                </a:r>
              </a:p>
              <a:p>
                <a:r>
                  <a:rPr lang="en-US" dirty="0">
                    <a:latin typeface="+mj-lt"/>
                  </a:rPr>
                  <a:t>checks.</a:t>
                </a:r>
              </a:p>
              <a:p>
                <a:endParaRPr lang="en-US" dirty="0">
                  <a:latin typeface="+mj-lt"/>
                </a:endParaRPr>
              </a:p>
              <a:p>
                <a:r>
                  <a:rPr lang="en-US" b="1" dirty="0">
                    <a:latin typeface="+mj-lt"/>
                  </a:rPr>
                  <a:t>Steps:</a:t>
                </a:r>
                <a:endParaRPr lang="en-US" dirty="0">
                  <a:latin typeface="+mj-lt"/>
                </a:endParaRP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j-lt"/>
                  </a:rPr>
                  <a:t>Explore K 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 .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j-lt"/>
                  </a:rPr>
                  <a:t>Assign nodes embedding to the nearest centroid.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j-lt"/>
                  </a:rPr>
                  <a:t>Update centroids until converge.</a:t>
                </a:r>
              </a:p>
              <a:p>
                <a:pPr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+mj-lt"/>
                  </a:rPr>
                  <a:t>Evaluate clusters (</a:t>
                </a:r>
                <a:r>
                  <a:rPr lang="en-US" b="1" dirty="0">
                    <a:latin typeface="+mj-lt"/>
                  </a:rPr>
                  <a:t>Silhouette Score</a:t>
                </a:r>
                <a:r>
                  <a:rPr lang="en-US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2" name="Subtitle 4">
                <a:extLst>
                  <a:ext uri="{FF2B5EF4-FFF2-40B4-BE49-F238E27FC236}">
                    <a16:creationId xmlns:a16="http://schemas.microsoft.com/office/drawing/2014/main" id="{DD7C31AF-D43F-63A0-1464-88EC883641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07679" y="1293871"/>
                <a:ext cx="5066493" cy="354767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תמונה 6">
            <a:extLst>
              <a:ext uri="{FF2B5EF4-FFF2-40B4-BE49-F238E27FC236}">
                <a16:creationId xmlns:a16="http://schemas.microsoft.com/office/drawing/2014/main" id="{1427F853-D157-4887-2379-ABF37062AF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41" r="3731"/>
          <a:stretch>
            <a:fillRect/>
          </a:stretch>
        </p:blipFill>
        <p:spPr>
          <a:xfrm>
            <a:off x="5198060" y="840292"/>
            <a:ext cx="1825274" cy="1649975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0CDC7B5F-2EBC-B49F-202D-76D192D98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6110" y="840291"/>
            <a:ext cx="1820211" cy="1649976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82139C89-64CD-4922-BC48-5FADDDB358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98060" y="2830888"/>
            <a:ext cx="1833079" cy="1739418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BBEA6FEC-8AFA-7FD4-8F10-7CDF491C95D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6749"/>
          <a:stretch>
            <a:fillRect/>
          </a:stretch>
        </p:blipFill>
        <p:spPr>
          <a:xfrm>
            <a:off x="7187095" y="2830888"/>
            <a:ext cx="1878239" cy="1701795"/>
          </a:xfrm>
          <a:prstGeom prst="rect">
            <a:avLst/>
          </a:prstGeom>
        </p:spPr>
      </p:pic>
      <p:sp>
        <p:nvSpPr>
          <p:cNvPr id="16" name="Flowchart: Connector 1">
            <a:extLst>
              <a:ext uri="{FF2B5EF4-FFF2-40B4-BE49-F238E27FC236}">
                <a16:creationId xmlns:a16="http://schemas.microsoft.com/office/drawing/2014/main" id="{4B66A197-A0FA-0EE8-9EF6-18C05695169B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13</a:t>
            </a:r>
          </a:p>
        </p:txBody>
      </p:sp>
      <p:sp>
        <p:nvSpPr>
          <p:cNvPr id="3" name="Google Shape;1844;p39">
            <a:extLst>
              <a:ext uri="{FF2B5EF4-FFF2-40B4-BE49-F238E27FC236}">
                <a16:creationId xmlns:a16="http://schemas.microsoft.com/office/drawing/2014/main" id="{97FC73B0-44F7-F3B8-2626-4840EF014579}"/>
              </a:ext>
            </a:extLst>
          </p:cNvPr>
          <p:cNvSpPr txBox="1">
            <a:spLocks/>
          </p:cNvSpPr>
          <p:nvPr/>
        </p:nvSpPr>
        <p:spPr>
          <a:xfrm>
            <a:off x="196234" y="769731"/>
            <a:ext cx="47519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2400" b="1" dirty="0">
                <a:latin typeface="+mj-lt"/>
              </a:rPr>
              <a:t>3. Clustering &amp; K Optimization</a:t>
            </a:r>
            <a:endParaRPr lang="he-IL" sz="2400" b="1" dirty="0">
              <a:latin typeface="+mj-lt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B1F832EC-3C2B-4AC4-90AF-79ABF2CEA7D4}"/>
              </a:ext>
            </a:extLst>
          </p:cNvPr>
          <p:cNvSpPr txBox="1"/>
          <p:nvPr/>
        </p:nvSpPr>
        <p:spPr>
          <a:xfrm>
            <a:off x="294840" y="331867"/>
            <a:ext cx="7639667" cy="369332"/>
          </a:xfrm>
          <a:prstGeom prst="rect">
            <a:avLst/>
          </a:prstGeom>
          <a:noFill/>
          <a:ln w="31750">
            <a:solidFill>
              <a:srgbClr val="002060"/>
            </a:solidFill>
          </a:ln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Workflow:</a:t>
            </a:r>
            <a:r>
              <a:rPr lang="en-US" dirty="0"/>
              <a:t> Input → Embedding → </a:t>
            </a:r>
            <a:r>
              <a:rPr lang="en-US" sz="1800" b="1" dirty="0">
                <a:solidFill>
                  <a:srgbClr val="002060"/>
                </a:solidFill>
              </a:rPr>
              <a:t>Clustering</a:t>
            </a:r>
            <a:r>
              <a:rPr lang="en-US" dirty="0"/>
              <a:t> → Matching → Visualization → Outcome</a:t>
            </a:r>
          </a:p>
        </p:txBody>
      </p:sp>
    </p:spTree>
    <p:extLst>
      <p:ext uri="{BB962C8B-B14F-4D97-AF65-F5344CB8AC3E}">
        <p14:creationId xmlns:p14="http://schemas.microsoft.com/office/powerpoint/2010/main" val="2145283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F7F6E95E-1CD8-3E53-54DB-E3B406B1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4">
            <a:extLst>
              <a:ext uri="{FF2B5EF4-FFF2-40B4-BE49-F238E27FC236}">
                <a16:creationId xmlns:a16="http://schemas.microsoft.com/office/drawing/2014/main" id="{C388F35F-9588-AA89-8B11-7ED677C2B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755" y="1371784"/>
            <a:ext cx="5167925" cy="4004860"/>
          </a:xfrm>
        </p:spPr>
        <p:txBody>
          <a:bodyPr/>
          <a:lstStyle/>
          <a:p>
            <a:pPr marL="0" indent="0">
              <a:spcAft>
                <a:spcPts val="600"/>
              </a:spcAft>
            </a:pPr>
            <a:r>
              <a:rPr lang="en-US" sz="1600" b="1" dirty="0">
                <a:latin typeface="+mj-lt"/>
              </a:rPr>
              <a:t>Objective</a:t>
            </a:r>
            <a:r>
              <a:rPr lang="en-US" sz="1600" dirty="0">
                <a:latin typeface="+mj-lt"/>
              </a:rPr>
              <a:t>: Track cluster evolution across snapshots using similarity-based matching (</a:t>
            </a:r>
            <a:r>
              <a:rPr lang="en-US" sz="1600" b="1" dirty="0">
                <a:latin typeface="+mj-lt"/>
              </a:rPr>
              <a:t>Hungarian Method</a:t>
            </a:r>
            <a:r>
              <a:rPr lang="en-US" sz="1600" dirty="0">
                <a:latin typeface="+mj-lt"/>
              </a:rPr>
              <a:t>).</a:t>
            </a:r>
          </a:p>
          <a:p>
            <a:pPr marL="0" indent="0">
              <a:spcAft>
                <a:spcPts val="600"/>
              </a:spcAft>
            </a:pPr>
            <a:endParaRPr lang="en-US" sz="1600" dirty="0">
              <a:latin typeface="+mj-lt"/>
            </a:endParaRPr>
          </a:p>
          <a:p>
            <a:pPr marL="0" indent="0">
              <a:lnSpc>
                <a:spcPct val="150000"/>
              </a:lnSpc>
            </a:pPr>
            <a:r>
              <a:rPr lang="en-US" sz="1600" b="1" dirty="0">
                <a:latin typeface="+mj-lt"/>
              </a:rPr>
              <a:t>Process</a:t>
            </a:r>
            <a:r>
              <a:rPr lang="en-US" sz="1600" dirty="0">
                <a:latin typeface="+mj-lt"/>
              </a:rPr>
              <a:t>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Compare consecutive snapshots.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Detect splits, merges, new clusters.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Match clusters optimally using Hungarian Method.</a:t>
            </a:r>
          </a:p>
        </p:txBody>
      </p:sp>
      <p:sp>
        <p:nvSpPr>
          <p:cNvPr id="10" name="Google Shape;1844;p39">
            <a:extLst>
              <a:ext uri="{FF2B5EF4-FFF2-40B4-BE49-F238E27FC236}">
                <a16:creationId xmlns:a16="http://schemas.microsoft.com/office/drawing/2014/main" id="{620E5129-ADCA-92D2-8F22-B05907BCA572}"/>
              </a:ext>
            </a:extLst>
          </p:cNvPr>
          <p:cNvSpPr txBox="1">
            <a:spLocks/>
          </p:cNvSpPr>
          <p:nvPr/>
        </p:nvSpPr>
        <p:spPr>
          <a:xfrm>
            <a:off x="353805" y="799084"/>
            <a:ext cx="442628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2400" b="1" dirty="0">
                <a:latin typeface="+mj-lt"/>
              </a:rPr>
              <a:t>4. Cluster Matching</a:t>
            </a:r>
            <a:endParaRPr lang="he-IL" sz="2400" b="1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A404A9-EE02-D1CC-4CAB-8B8FD88EA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86" y="747936"/>
            <a:ext cx="1773147" cy="182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75F551-4858-7C15-608E-DC58CD96A3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187" y="2857095"/>
            <a:ext cx="1809598" cy="182921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234208-0F0A-3AF4-F2BE-A9F7E3D797E7}"/>
              </a:ext>
            </a:extLst>
          </p:cNvPr>
          <p:cNvCxnSpPr>
            <a:cxnSpLocks/>
          </p:cNvCxnSpPr>
          <p:nvPr/>
        </p:nvCxnSpPr>
        <p:spPr>
          <a:xfrm>
            <a:off x="6564772" y="2085109"/>
            <a:ext cx="0" cy="186918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BBCF0683-EB01-2A38-FC8B-6ABD592961D0}"/>
              </a:ext>
            </a:extLst>
          </p:cNvPr>
          <p:cNvSpPr/>
          <p:nvPr/>
        </p:nvSpPr>
        <p:spPr>
          <a:xfrm>
            <a:off x="5598904" y="2178576"/>
            <a:ext cx="677282" cy="470263"/>
          </a:xfrm>
          <a:prstGeom prst="wedgeRectCallout">
            <a:avLst>
              <a:gd name="adj1" fmla="val 90104"/>
              <a:gd name="adj2" fmla="val 82913"/>
            </a:avLst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Splits cluster</a:t>
            </a:r>
            <a:endParaRPr lang="he-IL" sz="1200" dirty="0">
              <a:solidFill>
                <a:schemeClr val="accent1"/>
              </a:solidFill>
            </a:endParaRPr>
          </a:p>
        </p:txBody>
      </p:sp>
      <p:sp>
        <p:nvSpPr>
          <p:cNvPr id="17" name="Google Shape;1844;p39">
            <a:extLst>
              <a:ext uri="{FF2B5EF4-FFF2-40B4-BE49-F238E27FC236}">
                <a16:creationId xmlns:a16="http://schemas.microsoft.com/office/drawing/2014/main" id="{3099D178-781A-F19B-8646-A23347C3957D}"/>
              </a:ext>
            </a:extLst>
          </p:cNvPr>
          <p:cNvSpPr txBox="1">
            <a:spLocks/>
          </p:cNvSpPr>
          <p:nvPr/>
        </p:nvSpPr>
        <p:spPr>
          <a:xfrm>
            <a:off x="8085785" y="1563258"/>
            <a:ext cx="839432" cy="36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1400" b="1" u="sng" dirty="0"/>
              <a:t>Time-1</a:t>
            </a:r>
            <a:endParaRPr lang="he-IL" sz="1400" b="1" u="sng" dirty="0"/>
          </a:p>
        </p:txBody>
      </p:sp>
      <p:sp>
        <p:nvSpPr>
          <p:cNvPr id="18" name="Google Shape;1844;p39">
            <a:extLst>
              <a:ext uri="{FF2B5EF4-FFF2-40B4-BE49-F238E27FC236}">
                <a16:creationId xmlns:a16="http://schemas.microsoft.com/office/drawing/2014/main" id="{1DE7DA44-FC9A-3B50-A7E7-9AAB8F7C2793}"/>
              </a:ext>
            </a:extLst>
          </p:cNvPr>
          <p:cNvSpPr txBox="1">
            <a:spLocks/>
          </p:cNvSpPr>
          <p:nvPr/>
        </p:nvSpPr>
        <p:spPr>
          <a:xfrm>
            <a:off x="8085785" y="3495967"/>
            <a:ext cx="839432" cy="36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1400" b="1" u="sng" dirty="0"/>
              <a:t>Time-2</a:t>
            </a:r>
            <a:endParaRPr lang="he-IL" sz="1400" b="1" u="sng" dirty="0"/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EFCA6B5E-FC1B-9980-56B0-A4F33F526D85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14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9A235636-939D-58E7-DC3D-1FE6596C333D}"/>
              </a:ext>
            </a:extLst>
          </p:cNvPr>
          <p:cNvSpPr txBox="1"/>
          <p:nvPr/>
        </p:nvSpPr>
        <p:spPr>
          <a:xfrm>
            <a:off x="268824" y="293564"/>
            <a:ext cx="7639667" cy="369332"/>
          </a:xfrm>
          <a:prstGeom prst="rect">
            <a:avLst/>
          </a:prstGeom>
          <a:noFill/>
          <a:ln w="31750">
            <a:solidFill>
              <a:srgbClr val="002060"/>
            </a:solidFill>
          </a:ln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Workflow:</a:t>
            </a:r>
            <a:r>
              <a:rPr lang="en-US" dirty="0"/>
              <a:t> Input → Embedding → Clustering →</a:t>
            </a:r>
            <a:r>
              <a:rPr lang="en-US" sz="1800" b="1" dirty="0">
                <a:solidFill>
                  <a:srgbClr val="002060"/>
                </a:solidFill>
              </a:rPr>
              <a:t> Matching </a:t>
            </a:r>
            <a:r>
              <a:rPr lang="en-US" dirty="0"/>
              <a:t>→ Visualization → Outcome</a:t>
            </a:r>
          </a:p>
        </p:txBody>
      </p:sp>
    </p:spTree>
    <p:extLst>
      <p:ext uri="{BB962C8B-B14F-4D97-AF65-F5344CB8AC3E}">
        <p14:creationId xmlns:p14="http://schemas.microsoft.com/office/powerpoint/2010/main" val="1800175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D3204A86-7716-5D82-0A07-9841E4A60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44;p39">
            <a:extLst>
              <a:ext uri="{FF2B5EF4-FFF2-40B4-BE49-F238E27FC236}">
                <a16:creationId xmlns:a16="http://schemas.microsoft.com/office/drawing/2014/main" id="{D008E157-814F-8A90-5B34-2C49F3420C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6174" y="33636"/>
            <a:ext cx="232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b="1" dirty="0">
                <a:latin typeface="+mj-lt"/>
              </a:rPr>
              <a:t> </a:t>
            </a:r>
            <a:br>
              <a:rPr lang="en-US" sz="1600" b="1" dirty="0">
                <a:latin typeface="+mj-lt"/>
              </a:rPr>
            </a:br>
            <a:endParaRPr lang="en-US" sz="1600" dirty="0"/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A235C677-ADEB-8476-4FCC-BC3DC01E6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468" y="1175327"/>
            <a:ext cx="5682759" cy="2661729"/>
          </a:xfrm>
        </p:spPr>
        <p:txBody>
          <a:bodyPr/>
          <a:lstStyle/>
          <a:p>
            <a:pPr marL="0" indent="0">
              <a:spcAft>
                <a:spcPts val="600"/>
              </a:spcAft>
            </a:pPr>
            <a:r>
              <a:rPr lang="en-US" sz="1600" b="1" dirty="0">
                <a:latin typeface="+mj-lt"/>
              </a:rPr>
              <a:t>Objective</a:t>
            </a:r>
            <a:r>
              <a:rPr lang="en-US" sz="1600" dirty="0">
                <a:latin typeface="+mj-lt"/>
              </a:rPr>
              <a:t>: Display community dynamics and structural changes over time with </a:t>
            </a:r>
            <a:r>
              <a:rPr lang="en-US" sz="1600" b="1" dirty="0">
                <a:latin typeface="+mj-lt"/>
              </a:rPr>
              <a:t>Alluvial Diagrams</a:t>
            </a:r>
            <a:r>
              <a:rPr lang="en-US" sz="1600" dirty="0">
                <a:latin typeface="+mj-lt"/>
              </a:rPr>
              <a:t>.</a:t>
            </a:r>
          </a:p>
          <a:p>
            <a:pPr marL="0" indent="0">
              <a:lnSpc>
                <a:spcPct val="150000"/>
              </a:lnSpc>
              <a:spcAft>
                <a:spcPts val="600"/>
              </a:spcAft>
            </a:pPr>
            <a:r>
              <a:rPr lang="en-US" sz="1600" b="1" dirty="0">
                <a:latin typeface="+mj-lt"/>
              </a:rPr>
              <a:t>Diagram Features: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Blocks: Represent clusters 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Streams: Show transitions (split, merge, stable).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+mj-lt"/>
              </a:rPr>
              <a:t>Colors: distinguish clusters.</a:t>
            </a:r>
            <a:endParaRPr lang="he-IL" sz="1600" dirty="0">
              <a:latin typeface="+mj-lt"/>
            </a:endParaRPr>
          </a:p>
        </p:txBody>
      </p:sp>
      <p:sp>
        <p:nvSpPr>
          <p:cNvPr id="10" name="Google Shape;1844;p39">
            <a:extLst>
              <a:ext uri="{FF2B5EF4-FFF2-40B4-BE49-F238E27FC236}">
                <a16:creationId xmlns:a16="http://schemas.microsoft.com/office/drawing/2014/main" id="{35265E3C-E57A-E857-4F85-D8ECEBB500D4}"/>
              </a:ext>
            </a:extLst>
          </p:cNvPr>
          <p:cNvSpPr txBox="1">
            <a:spLocks/>
          </p:cNvSpPr>
          <p:nvPr/>
        </p:nvSpPr>
        <p:spPr>
          <a:xfrm>
            <a:off x="246174" y="620893"/>
            <a:ext cx="499930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2400" b="1" dirty="0">
                <a:latin typeface="+mj-lt"/>
              </a:rPr>
              <a:t>5. Visualization</a:t>
            </a:r>
            <a:endParaRPr lang="he-IL" sz="2400" b="1" dirty="0">
              <a:latin typeface="+mj-lt"/>
            </a:endParaRPr>
          </a:p>
          <a:p>
            <a:endParaRPr lang="he-IL" sz="2400" dirty="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28F59E-3528-43AD-43C3-DCB7FCB5B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0"/>
          <a:stretch/>
        </p:blipFill>
        <p:spPr>
          <a:xfrm>
            <a:off x="5703947" y="606336"/>
            <a:ext cx="3249890" cy="4161516"/>
          </a:xfrm>
          <a:prstGeom prst="rect">
            <a:avLst/>
          </a:prstGeom>
        </p:spPr>
      </p:pic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B654C8E2-9C37-1551-216F-33AA436676BB}"/>
              </a:ext>
            </a:extLst>
          </p:cNvPr>
          <p:cNvSpPr/>
          <p:nvPr/>
        </p:nvSpPr>
        <p:spPr>
          <a:xfrm>
            <a:off x="8641940" y="4780560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15</a:t>
            </a:r>
          </a:p>
        </p:txBody>
      </p:sp>
      <p:sp>
        <p:nvSpPr>
          <p:cNvPr id="7" name="Google Shape;1844;p39">
            <a:extLst>
              <a:ext uri="{FF2B5EF4-FFF2-40B4-BE49-F238E27FC236}">
                <a16:creationId xmlns:a16="http://schemas.microsoft.com/office/drawing/2014/main" id="{F3C4FAA8-AC2C-146F-06D8-F545A30DCDD5}"/>
              </a:ext>
            </a:extLst>
          </p:cNvPr>
          <p:cNvSpPr txBox="1">
            <a:spLocks/>
          </p:cNvSpPr>
          <p:nvPr/>
        </p:nvSpPr>
        <p:spPr>
          <a:xfrm>
            <a:off x="246174" y="3577674"/>
            <a:ext cx="568275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chivo SemiBold"/>
              <a:buNone/>
              <a:defRPr sz="3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2400" b="1" dirty="0">
                <a:latin typeface="+mj-lt"/>
              </a:rPr>
              <a:t>6. Outcome</a:t>
            </a:r>
          </a:p>
          <a:p>
            <a:endParaRPr lang="en-US" sz="1000" dirty="0"/>
          </a:p>
          <a:p>
            <a:r>
              <a:rPr lang="en-US" sz="1600" dirty="0">
                <a:latin typeface="+mj-lt"/>
                <a:sym typeface="Manrope"/>
              </a:rPr>
              <a:t>Provides a complete temporal view of citation network evolution, highlighting stable and evolving communities.</a:t>
            </a:r>
          </a:p>
          <a:p>
            <a:endParaRPr lang="he-IL" sz="2400" dirty="0">
              <a:latin typeface="+mj-lt"/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9ED0878-E252-448C-8B76-263C8FFA14ED}"/>
              </a:ext>
            </a:extLst>
          </p:cNvPr>
          <p:cNvSpPr txBox="1"/>
          <p:nvPr/>
        </p:nvSpPr>
        <p:spPr>
          <a:xfrm>
            <a:off x="197140" y="210036"/>
            <a:ext cx="7963880" cy="369332"/>
          </a:xfrm>
          <a:prstGeom prst="rect">
            <a:avLst/>
          </a:prstGeom>
          <a:noFill/>
          <a:ln w="31750">
            <a:solidFill>
              <a:srgbClr val="002060"/>
            </a:solidFill>
          </a:ln>
        </p:spPr>
        <p:txBody>
          <a:bodyPr wrap="square" rtlCol="1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Workflow:</a:t>
            </a:r>
            <a:r>
              <a:rPr lang="en-US" dirty="0"/>
              <a:t> Input → Embedding → Clustering → Matching → </a:t>
            </a:r>
            <a:r>
              <a:rPr lang="en-US" sz="1800" b="1" dirty="0">
                <a:solidFill>
                  <a:srgbClr val="002060"/>
                </a:solidFill>
              </a:rPr>
              <a:t>Visualization</a:t>
            </a:r>
            <a:r>
              <a:rPr lang="en-US" dirty="0"/>
              <a:t> → </a:t>
            </a:r>
            <a:r>
              <a:rPr lang="en-US" sz="1800" b="1" dirty="0">
                <a:solidFill>
                  <a:srgbClr val="002060"/>
                </a:solidFill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3308917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753CDF18-5CA5-116E-A74E-518328763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44;p39">
            <a:extLst>
              <a:ext uri="{FF2B5EF4-FFF2-40B4-BE49-F238E27FC236}">
                <a16:creationId xmlns:a16="http://schemas.microsoft.com/office/drawing/2014/main" id="{F3AC4D9D-9D9F-CEFD-2823-1DC077C3D9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2574" y="192051"/>
            <a:ext cx="60188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latin typeface="+mj-lt"/>
              </a:rPr>
              <a:t>Alluvial Diagram Visualization</a:t>
            </a:r>
            <a:br>
              <a:rPr lang="he-IL" sz="2800" b="1" dirty="0">
                <a:latin typeface="+mj-lt"/>
              </a:rPr>
            </a:br>
            <a:r>
              <a:rPr lang="en-US" sz="1600" b="1" dirty="0">
                <a:latin typeface="+mj-lt"/>
              </a:rPr>
              <a:t> </a:t>
            </a:r>
            <a:br>
              <a:rPr lang="en-US" sz="1600" b="1" dirty="0">
                <a:latin typeface="+mj-lt"/>
              </a:rPr>
            </a:b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685D1D-18BA-DF4D-37E6-16BE16E9F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17" y="798609"/>
            <a:ext cx="8934565" cy="3546282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760ED5A-DBBF-A8E3-63E6-D44F86F9D6A0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418206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0">
          <a:extLst>
            <a:ext uri="{FF2B5EF4-FFF2-40B4-BE49-F238E27FC236}">
              <a16:creationId xmlns:a16="http://schemas.microsoft.com/office/drawing/2014/main" id="{D9B0D817-7029-8246-5BAC-2EFD03E6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39">
            <a:extLst>
              <a:ext uri="{FF2B5EF4-FFF2-40B4-BE49-F238E27FC236}">
                <a16:creationId xmlns:a16="http://schemas.microsoft.com/office/drawing/2014/main" id="{44C5C8D5-DCDB-D011-FE72-A2C9B9511F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9605" y="2763975"/>
            <a:ext cx="4236105" cy="11473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Insights and Applications</a:t>
            </a:r>
            <a:endParaRPr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62" name="Google Shape;2362;p39">
            <a:extLst>
              <a:ext uri="{FF2B5EF4-FFF2-40B4-BE49-F238E27FC236}">
                <a16:creationId xmlns:a16="http://schemas.microsoft.com/office/drawing/2014/main" id="{752CBE54-3BFA-FE69-4597-49D8F062193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9618" y="1328925"/>
            <a:ext cx="1626600" cy="12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363" name="Google Shape;2363;p39">
            <a:extLst>
              <a:ext uri="{FF2B5EF4-FFF2-40B4-BE49-F238E27FC236}">
                <a16:creationId xmlns:a16="http://schemas.microsoft.com/office/drawing/2014/main" id="{C05AC765-5836-9417-474E-6F3AC77AFB07}"/>
              </a:ext>
            </a:extLst>
          </p:cNvPr>
          <p:cNvCxnSpPr/>
          <p:nvPr/>
        </p:nvCxnSpPr>
        <p:spPr>
          <a:xfrm rot="10800000">
            <a:off x="-866282" y="2763975"/>
            <a:ext cx="2389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65" name="Google Shape;2365;p39">
            <a:extLst>
              <a:ext uri="{FF2B5EF4-FFF2-40B4-BE49-F238E27FC236}">
                <a16:creationId xmlns:a16="http://schemas.microsoft.com/office/drawing/2014/main" id="{304CF369-7194-89D6-7512-E7B75C2CC320}"/>
              </a:ext>
            </a:extLst>
          </p:cNvPr>
          <p:cNvGrpSpPr/>
          <p:nvPr/>
        </p:nvGrpSpPr>
        <p:grpSpPr>
          <a:xfrm rot="5400000">
            <a:off x="1838818" y="-1983513"/>
            <a:ext cx="3689134" cy="3227984"/>
            <a:chOff x="1067625" y="-1658125"/>
            <a:chExt cx="2887550" cy="2526600"/>
          </a:xfrm>
        </p:grpSpPr>
        <p:sp>
          <p:nvSpPr>
            <p:cNvPr id="2366" name="Google Shape;2366;p39">
              <a:extLst>
                <a:ext uri="{FF2B5EF4-FFF2-40B4-BE49-F238E27FC236}">
                  <a16:creationId xmlns:a16="http://schemas.microsoft.com/office/drawing/2014/main" id="{C819476C-C22C-BCF8-82B5-F2B0EE3674DB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9">
              <a:extLst>
                <a:ext uri="{FF2B5EF4-FFF2-40B4-BE49-F238E27FC236}">
                  <a16:creationId xmlns:a16="http://schemas.microsoft.com/office/drawing/2014/main" id="{AF180B01-15F8-548B-951F-78029D995230}"/>
                </a:ext>
              </a:extLst>
            </p:cNvPr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9">
              <a:extLst>
                <a:ext uri="{FF2B5EF4-FFF2-40B4-BE49-F238E27FC236}">
                  <a16:creationId xmlns:a16="http://schemas.microsoft.com/office/drawing/2014/main" id="{A8989549-B552-B791-4828-BAB24E67EF1E}"/>
                </a:ext>
              </a:extLst>
            </p:cNvPr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9">
              <a:extLst>
                <a:ext uri="{FF2B5EF4-FFF2-40B4-BE49-F238E27FC236}">
                  <a16:creationId xmlns:a16="http://schemas.microsoft.com/office/drawing/2014/main" id="{5ACDC846-46C1-E6C5-2C85-555F7021646F}"/>
                </a:ext>
              </a:extLst>
            </p:cNvPr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9">
              <a:extLst>
                <a:ext uri="{FF2B5EF4-FFF2-40B4-BE49-F238E27FC236}">
                  <a16:creationId xmlns:a16="http://schemas.microsoft.com/office/drawing/2014/main" id="{6BFF3C6D-0EA9-FFC8-8A78-312C9D94F60D}"/>
                </a:ext>
              </a:extLst>
            </p:cNvPr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9">
              <a:extLst>
                <a:ext uri="{FF2B5EF4-FFF2-40B4-BE49-F238E27FC236}">
                  <a16:creationId xmlns:a16="http://schemas.microsoft.com/office/drawing/2014/main" id="{C3C976E9-7BAC-8F1E-315F-94522444357D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 descr="A diagram and a light bulb&#10;&#10;AI-generated content may be incorrect.">
            <a:extLst>
              <a:ext uri="{FF2B5EF4-FFF2-40B4-BE49-F238E27FC236}">
                <a16:creationId xmlns:a16="http://schemas.microsoft.com/office/drawing/2014/main" id="{21F80D66-95E2-C6F5-B7E5-CED4F5794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0" y="1458088"/>
            <a:ext cx="3061433" cy="2453201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EC873510-227E-47FB-2735-FB82D3D43520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69374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804F3CF2-A956-3D6D-03DD-498C7649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44;p39">
            <a:extLst>
              <a:ext uri="{FF2B5EF4-FFF2-40B4-BE49-F238E27FC236}">
                <a16:creationId xmlns:a16="http://schemas.microsoft.com/office/drawing/2014/main" id="{A4E952DE-9CF5-6115-A83B-48077C26E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0229" y="115988"/>
            <a:ext cx="60188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dirty="0">
                <a:latin typeface="+mj-lt"/>
              </a:rPr>
              <a:t>Insights and Applications</a:t>
            </a:r>
            <a:endParaRPr lang="he-IL" sz="3200" b="1" dirty="0">
              <a:latin typeface="+mj-lt"/>
            </a:endParaRP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76BBE83B-D458-65AC-114D-193270B32A8B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18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6FC6FCD0-E6B7-6C2A-2915-7E6BB9FDD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1" y="730405"/>
            <a:ext cx="6445660" cy="429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835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0">
          <a:extLst>
            <a:ext uri="{FF2B5EF4-FFF2-40B4-BE49-F238E27FC236}">
              <a16:creationId xmlns:a16="http://schemas.microsoft.com/office/drawing/2014/main" id="{BE9ACBB1-61AE-A2DE-7D5A-B8CFDCCCA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39">
            <a:extLst>
              <a:ext uri="{FF2B5EF4-FFF2-40B4-BE49-F238E27FC236}">
                <a16:creationId xmlns:a16="http://schemas.microsoft.com/office/drawing/2014/main" id="{D795FECC-6077-D781-13A7-06D811B543D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9618" y="1328925"/>
            <a:ext cx="1626600" cy="12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  <a:endParaRPr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65" name="Google Shape;2365;p39">
            <a:extLst>
              <a:ext uri="{FF2B5EF4-FFF2-40B4-BE49-F238E27FC236}">
                <a16:creationId xmlns:a16="http://schemas.microsoft.com/office/drawing/2014/main" id="{9566DDF9-08FE-7428-8101-2D1C618460A9}"/>
              </a:ext>
            </a:extLst>
          </p:cNvPr>
          <p:cNvGrpSpPr/>
          <p:nvPr/>
        </p:nvGrpSpPr>
        <p:grpSpPr>
          <a:xfrm rot="5400000">
            <a:off x="1878574" y="-2052605"/>
            <a:ext cx="3689134" cy="3227984"/>
            <a:chOff x="1067625" y="-1658125"/>
            <a:chExt cx="2887550" cy="2526600"/>
          </a:xfrm>
        </p:grpSpPr>
        <p:sp>
          <p:nvSpPr>
            <p:cNvPr id="2366" name="Google Shape;2366;p39">
              <a:extLst>
                <a:ext uri="{FF2B5EF4-FFF2-40B4-BE49-F238E27FC236}">
                  <a16:creationId xmlns:a16="http://schemas.microsoft.com/office/drawing/2014/main" id="{71453608-E570-C59A-76E0-4A43B41EEB49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9">
              <a:extLst>
                <a:ext uri="{FF2B5EF4-FFF2-40B4-BE49-F238E27FC236}">
                  <a16:creationId xmlns:a16="http://schemas.microsoft.com/office/drawing/2014/main" id="{8EFD74E5-116B-28F2-DB7B-E5D0C8A61276}"/>
                </a:ext>
              </a:extLst>
            </p:cNvPr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9">
              <a:extLst>
                <a:ext uri="{FF2B5EF4-FFF2-40B4-BE49-F238E27FC236}">
                  <a16:creationId xmlns:a16="http://schemas.microsoft.com/office/drawing/2014/main" id="{A76BDFDB-1D44-32D1-7FC2-777D892A88EB}"/>
                </a:ext>
              </a:extLst>
            </p:cNvPr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9">
              <a:extLst>
                <a:ext uri="{FF2B5EF4-FFF2-40B4-BE49-F238E27FC236}">
                  <a16:creationId xmlns:a16="http://schemas.microsoft.com/office/drawing/2014/main" id="{FDBF313B-54A6-53A6-1A22-8DA8B241C92F}"/>
                </a:ext>
              </a:extLst>
            </p:cNvPr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9">
              <a:extLst>
                <a:ext uri="{FF2B5EF4-FFF2-40B4-BE49-F238E27FC236}">
                  <a16:creationId xmlns:a16="http://schemas.microsoft.com/office/drawing/2014/main" id="{4301DA96-EF1D-A1CB-4B3E-F83D36D02857}"/>
                </a:ext>
              </a:extLst>
            </p:cNvPr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9">
              <a:extLst>
                <a:ext uri="{FF2B5EF4-FFF2-40B4-BE49-F238E27FC236}">
                  <a16:creationId xmlns:a16="http://schemas.microsoft.com/office/drawing/2014/main" id="{A22535DF-5CBF-91F7-D806-DA255BE674C7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pic>
        <p:nvPicPr>
          <p:cNvPr id="6" name="Picture 5" descr="A computer with gears and checklist&#10;&#10;AI-generated content may be incorrect.">
            <a:extLst>
              <a:ext uri="{FF2B5EF4-FFF2-40B4-BE49-F238E27FC236}">
                <a16:creationId xmlns:a16="http://schemas.microsoft.com/office/drawing/2014/main" id="{E4C4A0DC-F2E6-C432-1EA9-BD4C6DAFA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523" y="1528787"/>
            <a:ext cx="2470375" cy="2470375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78F8B478-B9CC-D497-1930-EFE6D6124F15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19</a:t>
            </a:r>
          </a:p>
        </p:txBody>
      </p:sp>
      <p:sp>
        <p:nvSpPr>
          <p:cNvPr id="4" name="Google Shape;2361;p39">
            <a:extLst>
              <a:ext uri="{FF2B5EF4-FFF2-40B4-BE49-F238E27FC236}">
                <a16:creationId xmlns:a16="http://schemas.microsoft.com/office/drawing/2014/main" id="{199AEF85-EA59-4B74-C654-6E0F9F60A453}"/>
              </a:ext>
            </a:extLst>
          </p:cNvPr>
          <p:cNvSpPr txBox="1">
            <a:spLocks/>
          </p:cNvSpPr>
          <p:nvPr/>
        </p:nvSpPr>
        <p:spPr>
          <a:xfrm>
            <a:off x="709618" y="2763974"/>
            <a:ext cx="5086588" cy="10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SemiBold"/>
              <a:buNone/>
              <a:defRPr sz="40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SemiBold"/>
              <a:buNone/>
              <a:defRPr sz="36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SemiBold"/>
              <a:buNone/>
              <a:defRPr sz="36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SemiBold"/>
              <a:buNone/>
              <a:defRPr sz="36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SemiBold"/>
              <a:buNone/>
              <a:defRPr sz="36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SemiBold"/>
              <a:buNone/>
              <a:defRPr sz="36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SemiBold"/>
              <a:buNone/>
              <a:defRPr sz="36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SemiBold"/>
              <a:buNone/>
              <a:defRPr sz="36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chivo SemiBold"/>
              <a:buNone/>
              <a:defRPr sz="36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pPr algn="l"/>
            <a:r>
              <a:rPr lang="en-US" b="1" dirty="0"/>
              <a:t>Model Validation</a:t>
            </a:r>
            <a:endParaRPr lang="en-US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27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330D5AEF-9170-4A36-052C-3BCA25E9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0263414-7BAF-DE68-28A5-98FFAFE5F0BE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20</a:t>
            </a:r>
          </a:p>
        </p:txBody>
      </p:sp>
      <p:sp>
        <p:nvSpPr>
          <p:cNvPr id="5" name="Google Shape;1844;p39">
            <a:extLst>
              <a:ext uri="{FF2B5EF4-FFF2-40B4-BE49-F238E27FC236}">
                <a16:creationId xmlns:a16="http://schemas.microsoft.com/office/drawing/2014/main" id="{B20869A7-7002-F572-E115-F339E69120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5553" y="152635"/>
            <a:ext cx="86192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latin typeface="+mj-lt"/>
              </a:rPr>
              <a:t>Validation Framework &amp; Stability Criteria</a:t>
            </a:r>
            <a:endParaRPr lang="he-IL" sz="2800" b="1" dirty="0">
              <a:latin typeface="+mj-lt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99FA4210-65DD-B08D-16DE-FAF6EC677656}"/>
              </a:ext>
            </a:extLst>
          </p:cNvPr>
          <p:cNvSpPr txBox="1"/>
          <p:nvPr/>
        </p:nvSpPr>
        <p:spPr>
          <a:xfrm>
            <a:off x="894852" y="702340"/>
            <a:ext cx="6822407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</a:rPr>
              <a:t>Evaluation combines real-world citation networks and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synthetic graphs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with known temporal structures, enabling both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realistic analysis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and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 controlled validation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. 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8974A97B-3C23-606B-3A41-BB77188F108A}"/>
              </a:ext>
            </a:extLst>
          </p:cNvPr>
          <p:cNvSpPr txBox="1"/>
          <p:nvPr/>
        </p:nvSpPr>
        <p:spPr>
          <a:xfrm>
            <a:off x="407173" y="1655089"/>
            <a:ext cx="6822407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1. Cluster Quality &amp; K Selection</a:t>
            </a:r>
            <a:br>
              <a:rPr lang="en-US" dirty="0">
                <a:solidFill>
                  <a:schemeClr val="tx1"/>
                </a:solidFill>
                <a:latin typeface="+mn-lt"/>
              </a:rPr>
            </a:br>
            <a:r>
              <a:rPr lang="en-US" dirty="0">
                <a:solidFill>
                  <a:schemeClr val="tx1"/>
                </a:solidFill>
                <a:latin typeface="+mn-lt"/>
              </a:rPr>
              <a:t>Goal: </a:t>
            </a: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Identify meaningful communities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+mn-lt"/>
              </a:rPr>
              <a:t>Tool: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Silhouette Score (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per snapshot)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2. Temporal Stability</a:t>
            </a:r>
            <a:br>
              <a:rPr lang="en-US" dirty="0">
                <a:solidFill>
                  <a:schemeClr val="tx1"/>
                </a:solidFill>
                <a:latin typeface="+mn-lt"/>
              </a:rPr>
            </a:br>
            <a:r>
              <a:rPr lang="en-US" dirty="0">
                <a:solidFill>
                  <a:schemeClr val="tx1"/>
                </a:solidFill>
                <a:latin typeface="+mn-lt"/>
              </a:rPr>
              <a:t>Goal: Track persistence across consecutive snapshots</a:t>
            </a:r>
            <a:br>
              <a:rPr lang="en-US" dirty="0">
                <a:solidFill>
                  <a:schemeClr val="tx1"/>
                </a:solidFill>
                <a:latin typeface="+mn-lt"/>
              </a:rPr>
            </a:br>
            <a:r>
              <a:rPr lang="en-US" dirty="0">
                <a:solidFill>
                  <a:schemeClr val="tx1"/>
                </a:solidFill>
                <a:latin typeface="+mn-lt"/>
              </a:rPr>
              <a:t>Tool: </a:t>
            </a:r>
            <a:r>
              <a:rPr lang="en-US" b="1" dirty="0">
                <a:solidFill>
                  <a:schemeClr val="tx1"/>
                </a:solidFill>
                <a:latin typeface="+mn-lt"/>
              </a:rPr>
              <a:t>Jaccard Similarity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between matched clusters</a:t>
            </a:r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A6B4D41E-2EA8-0FD8-A378-C53134DF9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792" y="1529349"/>
            <a:ext cx="2452406" cy="1528245"/>
          </a:xfrm>
          <a:prstGeom prst="rect">
            <a:avLst/>
          </a:prstGeom>
        </p:spPr>
      </p:pic>
      <p:pic>
        <p:nvPicPr>
          <p:cNvPr id="12" name="תמונה 11">
            <a:extLst>
              <a:ext uri="{FF2B5EF4-FFF2-40B4-BE49-F238E27FC236}">
                <a16:creationId xmlns:a16="http://schemas.microsoft.com/office/drawing/2014/main" id="{8ABFC66D-DB71-DB46-77F5-D85ACDD2B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792" y="3250016"/>
            <a:ext cx="2716880" cy="152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94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B3A98136-69F1-3F09-8058-3360BB13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CECEE679-52B8-495B-8F04-E31D54B2FAE1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21</a:t>
            </a:r>
          </a:p>
        </p:txBody>
      </p:sp>
      <p:sp>
        <p:nvSpPr>
          <p:cNvPr id="5" name="Google Shape;1844;p39">
            <a:extLst>
              <a:ext uri="{FF2B5EF4-FFF2-40B4-BE49-F238E27FC236}">
                <a16:creationId xmlns:a16="http://schemas.microsoft.com/office/drawing/2014/main" id="{D4F4628F-7750-31CE-7144-39235FE969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5553" y="152635"/>
            <a:ext cx="861921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b="1" dirty="0">
                <a:latin typeface="+mj-lt"/>
              </a:rPr>
              <a:t>Validation Framework &amp; Stability Criteria</a:t>
            </a:r>
            <a:endParaRPr lang="he-IL" sz="2800" b="1" dirty="0">
              <a:latin typeface="+mj-lt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3A04BA96-5857-2A04-7EDA-F5F3690E371D}"/>
              </a:ext>
            </a:extLst>
          </p:cNvPr>
          <p:cNvSpPr txBox="1"/>
          <p:nvPr/>
        </p:nvSpPr>
        <p:spPr>
          <a:xfrm>
            <a:off x="346212" y="737328"/>
            <a:ext cx="4225788" cy="4253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</a:rPr>
              <a:t>3. Robustness to Initialization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Goal: Ensure consistent </a:t>
            </a:r>
            <a:r>
              <a:rPr lang="en-US" b="1" dirty="0">
                <a:solidFill>
                  <a:schemeClr val="tx1"/>
                </a:solidFill>
              </a:rPr>
              <a:t>and reproducible clustering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Tool: Multiple K-Means runs with different random seeds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2"/>
            </a:pPr>
            <a:endParaRPr lang="en-US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4. Structural Dynamics</a:t>
            </a:r>
            <a:br>
              <a:rPr lang="en-US" dirty="0">
                <a:solidFill>
                  <a:schemeClr val="tx1"/>
                </a:solidFill>
                <a:latin typeface="+mn-lt"/>
              </a:rPr>
            </a:br>
            <a:r>
              <a:rPr lang="en-US" dirty="0">
                <a:solidFill>
                  <a:schemeClr val="tx1"/>
                </a:solidFill>
                <a:latin typeface="+mn-lt"/>
              </a:rPr>
              <a:t>Goal: Capture meaningful structural changes over time</a:t>
            </a:r>
            <a:br>
              <a:rPr lang="en-US" dirty="0">
                <a:solidFill>
                  <a:schemeClr val="tx1"/>
                </a:solidFill>
                <a:latin typeface="+mn-lt"/>
              </a:rPr>
            </a:br>
            <a:r>
              <a:rPr lang="en-US" dirty="0">
                <a:solidFill>
                  <a:schemeClr val="tx1"/>
                </a:solidFill>
                <a:latin typeface="+mn-lt"/>
              </a:rPr>
              <a:t>Tool: Analysis of cluster splits, merges, and evolution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249DDB8-EF09-6BEB-190D-6D22BAF25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180" y="1163534"/>
            <a:ext cx="4713758" cy="1344234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CC693A18-8F43-4AB5-E558-5AD9585E8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850" y="2919483"/>
            <a:ext cx="4453557" cy="17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122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0">
          <a:extLst>
            <a:ext uri="{FF2B5EF4-FFF2-40B4-BE49-F238E27FC236}">
              <a16:creationId xmlns:a16="http://schemas.microsoft.com/office/drawing/2014/main" id="{732FF9FC-5B43-7CAE-F6A3-1EF7FCDB1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39">
            <a:extLst>
              <a:ext uri="{FF2B5EF4-FFF2-40B4-BE49-F238E27FC236}">
                <a16:creationId xmlns:a16="http://schemas.microsoft.com/office/drawing/2014/main" id="{07DE45D1-C7D2-0E58-B2EC-789DF27ADFB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09618" y="1328925"/>
            <a:ext cx="1626600" cy="128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06</a:t>
            </a:r>
            <a:endParaRPr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65" name="Google Shape;2365;p39">
            <a:extLst>
              <a:ext uri="{FF2B5EF4-FFF2-40B4-BE49-F238E27FC236}">
                <a16:creationId xmlns:a16="http://schemas.microsoft.com/office/drawing/2014/main" id="{10283212-6EDF-47CB-F03F-A40802CC4C59}"/>
              </a:ext>
            </a:extLst>
          </p:cNvPr>
          <p:cNvGrpSpPr/>
          <p:nvPr/>
        </p:nvGrpSpPr>
        <p:grpSpPr>
          <a:xfrm rot="5400000">
            <a:off x="1878574" y="-2052605"/>
            <a:ext cx="3689134" cy="3227984"/>
            <a:chOff x="1067625" y="-1658125"/>
            <a:chExt cx="2887550" cy="2526600"/>
          </a:xfrm>
        </p:grpSpPr>
        <p:sp>
          <p:nvSpPr>
            <p:cNvPr id="2366" name="Google Shape;2366;p39">
              <a:extLst>
                <a:ext uri="{FF2B5EF4-FFF2-40B4-BE49-F238E27FC236}">
                  <a16:creationId xmlns:a16="http://schemas.microsoft.com/office/drawing/2014/main" id="{26500CEA-7F4D-B0AC-FD2F-72BCD7988788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extrusionOk="0">
                  <a:moveTo>
                    <a:pt x="49765" y="12202"/>
                  </a:moveTo>
                  <a:lnTo>
                    <a:pt x="49893" y="12585"/>
                  </a:lnTo>
                  <a:lnTo>
                    <a:pt x="50148" y="12905"/>
                  </a:lnTo>
                  <a:lnTo>
                    <a:pt x="50468" y="13097"/>
                  </a:lnTo>
                  <a:lnTo>
                    <a:pt x="50659" y="13160"/>
                  </a:lnTo>
                  <a:lnTo>
                    <a:pt x="50851" y="13224"/>
                  </a:lnTo>
                  <a:lnTo>
                    <a:pt x="51107" y="13160"/>
                  </a:lnTo>
                  <a:lnTo>
                    <a:pt x="51298" y="13097"/>
                  </a:lnTo>
                  <a:lnTo>
                    <a:pt x="56601" y="22232"/>
                  </a:lnTo>
                  <a:lnTo>
                    <a:pt x="56409" y="22423"/>
                  </a:lnTo>
                  <a:lnTo>
                    <a:pt x="56281" y="22615"/>
                  </a:lnTo>
                  <a:lnTo>
                    <a:pt x="56153" y="22871"/>
                  </a:lnTo>
                  <a:lnTo>
                    <a:pt x="56153" y="23126"/>
                  </a:lnTo>
                  <a:lnTo>
                    <a:pt x="56153" y="23382"/>
                  </a:lnTo>
                  <a:lnTo>
                    <a:pt x="56281" y="23637"/>
                  </a:lnTo>
                  <a:lnTo>
                    <a:pt x="56409" y="23829"/>
                  </a:lnTo>
                  <a:lnTo>
                    <a:pt x="56601" y="24021"/>
                  </a:lnTo>
                  <a:lnTo>
                    <a:pt x="51298" y="33156"/>
                  </a:lnTo>
                  <a:lnTo>
                    <a:pt x="51107" y="33092"/>
                  </a:lnTo>
                  <a:lnTo>
                    <a:pt x="50659" y="33092"/>
                  </a:lnTo>
                  <a:lnTo>
                    <a:pt x="50468" y="33156"/>
                  </a:lnTo>
                  <a:lnTo>
                    <a:pt x="50148" y="33347"/>
                  </a:lnTo>
                  <a:lnTo>
                    <a:pt x="49893" y="33667"/>
                  </a:lnTo>
                  <a:lnTo>
                    <a:pt x="49765" y="34050"/>
                  </a:lnTo>
                  <a:lnTo>
                    <a:pt x="39224" y="34050"/>
                  </a:lnTo>
                  <a:lnTo>
                    <a:pt x="39097" y="33667"/>
                  </a:lnTo>
                  <a:lnTo>
                    <a:pt x="38841" y="33347"/>
                  </a:lnTo>
                  <a:lnTo>
                    <a:pt x="38522" y="33156"/>
                  </a:lnTo>
                  <a:lnTo>
                    <a:pt x="38330" y="33092"/>
                  </a:lnTo>
                  <a:lnTo>
                    <a:pt x="37883" y="33092"/>
                  </a:lnTo>
                  <a:lnTo>
                    <a:pt x="37691" y="33156"/>
                  </a:lnTo>
                  <a:lnTo>
                    <a:pt x="32261" y="23765"/>
                  </a:lnTo>
                  <a:lnTo>
                    <a:pt x="32517" y="23637"/>
                  </a:lnTo>
                  <a:lnTo>
                    <a:pt x="32708" y="23382"/>
                  </a:lnTo>
                  <a:lnTo>
                    <a:pt x="32836" y="23126"/>
                  </a:lnTo>
                  <a:lnTo>
                    <a:pt x="32836" y="22807"/>
                  </a:lnTo>
                  <a:lnTo>
                    <a:pt x="32836" y="22615"/>
                  </a:lnTo>
                  <a:lnTo>
                    <a:pt x="32772" y="22360"/>
                  </a:lnTo>
                  <a:lnTo>
                    <a:pt x="32644" y="22168"/>
                  </a:lnTo>
                  <a:lnTo>
                    <a:pt x="32517" y="22040"/>
                  </a:lnTo>
                  <a:lnTo>
                    <a:pt x="37691" y="13097"/>
                  </a:lnTo>
                  <a:lnTo>
                    <a:pt x="37883" y="13160"/>
                  </a:lnTo>
                  <a:lnTo>
                    <a:pt x="38138" y="13224"/>
                  </a:lnTo>
                  <a:lnTo>
                    <a:pt x="38330" y="13160"/>
                  </a:lnTo>
                  <a:lnTo>
                    <a:pt x="38522" y="13097"/>
                  </a:lnTo>
                  <a:lnTo>
                    <a:pt x="38841" y="12905"/>
                  </a:lnTo>
                  <a:lnTo>
                    <a:pt x="39097" y="12585"/>
                  </a:lnTo>
                  <a:lnTo>
                    <a:pt x="39224" y="12202"/>
                  </a:lnTo>
                  <a:close/>
                  <a:moveTo>
                    <a:pt x="87967" y="12202"/>
                  </a:moveTo>
                  <a:lnTo>
                    <a:pt x="88031" y="12585"/>
                  </a:lnTo>
                  <a:lnTo>
                    <a:pt x="88287" y="12905"/>
                  </a:lnTo>
                  <a:lnTo>
                    <a:pt x="88606" y="13097"/>
                  </a:lnTo>
                  <a:lnTo>
                    <a:pt x="88798" y="13160"/>
                  </a:lnTo>
                  <a:lnTo>
                    <a:pt x="88989" y="13224"/>
                  </a:lnTo>
                  <a:lnTo>
                    <a:pt x="89245" y="13160"/>
                  </a:lnTo>
                  <a:lnTo>
                    <a:pt x="89437" y="13097"/>
                  </a:lnTo>
                  <a:lnTo>
                    <a:pt x="94803" y="22360"/>
                  </a:lnTo>
                  <a:lnTo>
                    <a:pt x="94675" y="22487"/>
                  </a:lnTo>
                  <a:lnTo>
                    <a:pt x="94547" y="22679"/>
                  </a:lnTo>
                  <a:lnTo>
                    <a:pt x="94483" y="22934"/>
                  </a:lnTo>
                  <a:lnTo>
                    <a:pt x="94483" y="23126"/>
                  </a:lnTo>
                  <a:lnTo>
                    <a:pt x="94483" y="23382"/>
                  </a:lnTo>
                  <a:lnTo>
                    <a:pt x="94547" y="23573"/>
                  </a:lnTo>
                  <a:lnTo>
                    <a:pt x="94675" y="23765"/>
                  </a:lnTo>
                  <a:lnTo>
                    <a:pt x="94803" y="23893"/>
                  </a:lnTo>
                  <a:lnTo>
                    <a:pt x="91864" y="29003"/>
                  </a:lnTo>
                  <a:lnTo>
                    <a:pt x="89437" y="33156"/>
                  </a:lnTo>
                  <a:lnTo>
                    <a:pt x="89245" y="33092"/>
                  </a:lnTo>
                  <a:lnTo>
                    <a:pt x="88798" y="33092"/>
                  </a:lnTo>
                  <a:lnTo>
                    <a:pt x="88606" y="33156"/>
                  </a:lnTo>
                  <a:lnTo>
                    <a:pt x="88287" y="33347"/>
                  </a:lnTo>
                  <a:lnTo>
                    <a:pt x="88031" y="33667"/>
                  </a:lnTo>
                  <a:lnTo>
                    <a:pt x="87967" y="34050"/>
                  </a:lnTo>
                  <a:lnTo>
                    <a:pt x="77363" y="34050"/>
                  </a:lnTo>
                  <a:lnTo>
                    <a:pt x="77235" y="33667"/>
                  </a:lnTo>
                  <a:lnTo>
                    <a:pt x="77043" y="33347"/>
                  </a:lnTo>
                  <a:lnTo>
                    <a:pt x="76660" y="33156"/>
                  </a:lnTo>
                  <a:lnTo>
                    <a:pt x="76468" y="33092"/>
                  </a:lnTo>
                  <a:lnTo>
                    <a:pt x="76085" y="33092"/>
                  </a:lnTo>
                  <a:lnTo>
                    <a:pt x="75829" y="33156"/>
                  </a:lnTo>
                  <a:lnTo>
                    <a:pt x="70527" y="24021"/>
                  </a:lnTo>
                  <a:lnTo>
                    <a:pt x="70719" y="23829"/>
                  </a:lnTo>
                  <a:lnTo>
                    <a:pt x="70910" y="23637"/>
                  </a:lnTo>
                  <a:lnTo>
                    <a:pt x="70974" y="23382"/>
                  </a:lnTo>
                  <a:lnTo>
                    <a:pt x="71038" y="23126"/>
                  </a:lnTo>
                  <a:lnTo>
                    <a:pt x="70974" y="22871"/>
                  </a:lnTo>
                  <a:lnTo>
                    <a:pt x="70910" y="22615"/>
                  </a:lnTo>
                  <a:lnTo>
                    <a:pt x="70719" y="22423"/>
                  </a:lnTo>
                  <a:lnTo>
                    <a:pt x="70527" y="22232"/>
                  </a:lnTo>
                  <a:lnTo>
                    <a:pt x="75702" y="13352"/>
                  </a:lnTo>
                  <a:lnTo>
                    <a:pt x="75829" y="13097"/>
                  </a:lnTo>
                  <a:lnTo>
                    <a:pt x="76085" y="13160"/>
                  </a:lnTo>
                  <a:lnTo>
                    <a:pt x="76277" y="13224"/>
                  </a:lnTo>
                  <a:lnTo>
                    <a:pt x="76468" y="13160"/>
                  </a:lnTo>
                  <a:lnTo>
                    <a:pt x="76660" y="13097"/>
                  </a:lnTo>
                  <a:lnTo>
                    <a:pt x="77043" y="12905"/>
                  </a:lnTo>
                  <a:lnTo>
                    <a:pt x="77235" y="12585"/>
                  </a:lnTo>
                  <a:lnTo>
                    <a:pt x="77363" y="12202"/>
                  </a:lnTo>
                  <a:close/>
                  <a:moveTo>
                    <a:pt x="68866" y="23254"/>
                  </a:moveTo>
                  <a:lnTo>
                    <a:pt x="68994" y="23637"/>
                  </a:lnTo>
                  <a:lnTo>
                    <a:pt x="69186" y="23957"/>
                  </a:lnTo>
                  <a:lnTo>
                    <a:pt x="69569" y="24148"/>
                  </a:lnTo>
                  <a:lnTo>
                    <a:pt x="69761" y="24212"/>
                  </a:lnTo>
                  <a:lnTo>
                    <a:pt x="70144" y="24212"/>
                  </a:lnTo>
                  <a:lnTo>
                    <a:pt x="70399" y="24084"/>
                  </a:lnTo>
                  <a:lnTo>
                    <a:pt x="75702" y="33284"/>
                  </a:lnTo>
                  <a:lnTo>
                    <a:pt x="75510" y="33411"/>
                  </a:lnTo>
                  <a:lnTo>
                    <a:pt x="75318" y="33667"/>
                  </a:lnTo>
                  <a:lnTo>
                    <a:pt x="75255" y="33858"/>
                  </a:lnTo>
                  <a:lnTo>
                    <a:pt x="75191" y="34178"/>
                  </a:lnTo>
                  <a:lnTo>
                    <a:pt x="75255" y="34433"/>
                  </a:lnTo>
                  <a:lnTo>
                    <a:pt x="75318" y="34625"/>
                  </a:lnTo>
                  <a:lnTo>
                    <a:pt x="75510" y="34881"/>
                  </a:lnTo>
                  <a:lnTo>
                    <a:pt x="75702" y="35008"/>
                  </a:lnTo>
                  <a:lnTo>
                    <a:pt x="75446" y="35392"/>
                  </a:lnTo>
                  <a:lnTo>
                    <a:pt x="70463" y="44080"/>
                  </a:lnTo>
                  <a:lnTo>
                    <a:pt x="70080" y="44080"/>
                  </a:lnTo>
                  <a:lnTo>
                    <a:pt x="69888" y="44144"/>
                  </a:lnTo>
                  <a:lnTo>
                    <a:pt x="69505" y="44335"/>
                  </a:lnTo>
                  <a:lnTo>
                    <a:pt x="69313" y="44655"/>
                  </a:lnTo>
                  <a:lnTo>
                    <a:pt x="69186" y="45038"/>
                  </a:lnTo>
                  <a:lnTo>
                    <a:pt x="58325" y="45038"/>
                  </a:lnTo>
                  <a:lnTo>
                    <a:pt x="58198" y="44655"/>
                  </a:lnTo>
                  <a:lnTo>
                    <a:pt x="57942" y="44335"/>
                  </a:lnTo>
                  <a:lnTo>
                    <a:pt x="57623" y="44144"/>
                  </a:lnTo>
                  <a:lnTo>
                    <a:pt x="57431" y="44080"/>
                  </a:lnTo>
                  <a:lnTo>
                    <a:pt x="56984" y="44080"/>
                  </a:lnTo>
                  <a:lnTo>
                    <a:pt x="56792" y="44208"/>
                  </a:lnTo>
                  <a:lnTo>
                    <a:pt x="51490" y="35008"/>
                  </a:lnTo>
                  <a:lnTo>
                    <a:pt x="51682" y="34881"/>
                  </a:lnTo>
                  <a:lnTo>
                    <a:pt x="51809" y="34625"/>
                  </a:lnTo>
                  <a:lnTo>
                    <a:pt x="51873" y="34433"/>
                  </a:lnTo>
                  <a:lnTo>
                    <a:pt x="51937" y="34178"/>
                  </a:lnTo>
                  <a:lnTo>
                    <a:pt x="51873" y="33858"/>
                  </a:lnTo>
                  <a:lnTo>
                    <a:pt x="51809" y="33667"/>
                  </a:lnTo>
                  <a:lnTo>
                    <a:pt x="51682" y="33411"/>
                  </a:lnTo>
                  <a:lnTo>
                    <a:pt x="51490" y="33284"/>
                  </a:lnTo>
                  <a:lnTo>
                    <a:pt x="56792" y="24084"/>
                  </a:lnTo>
                  <a:lnTo>
                    <a:pt x="56984" y="24148"/>
                  </a:lnTo>
                  <a:lnTo>
                    <a:pt x="57239" y="24212"/>
                  </a:lnTo>
                  <a:lnTo>
                    <a:pt x="57431" y="24148"/>
                  </a:lnTo>
                  <a:lnTo>
                    <a:pt x="57623" y="24148"/>
                  </a:lnTo>
                  <a:lnTo>
                    <a:pt x="57942" y="23893"/>
                  </a:lnTo>
                  <a:lnTo>
                    <a:pt x="58198" y="23637"/>
                  </a:lnTo>
                  <a:lnTo>
                    <a:pt x="58262" y="23254"/>
                  </a:lnTo>
                  <a:close/>
                  <a:moveTo>
                    <a:pt x="87967" y="34242"/>
                  </a:moveTo>
                  <a:lnTo>
                    <a:pt x="88031" y="34625"/>
                  </a:lnTo>
                  <a:lnTo>
                    <a:pt x="88287" y="34944"/>
                  </a:lnTo>
                  <a:lnTo>
                    <a:pt x="88606" y="35136"/>
                  </a:lnTo>
                  <a:lnTo>
                    <a:pt x="88798" y="35200"/>
                  </a:lnTo>
                  <a:lnTo>
                    <a:pt x="89245" y="35200"/>
                  </a:lnTo>
                  <a:lnTo>
                    <a:pt x="89437" y="35136"/>
                  </a:lnTo>
                  <a:lnTo>
                    <a:pt x="91034" y="37819"/>
                  </a:lnTo>
                  <a:lnTo>
                    <a:pt x="94803" y="44399"/>
                  </a:lnTo>
                  <a:lnTo>
                    <a:pt x="94675" y="44527"/>
                  </a:lnTo>
                  <a:lnTo>
                    <a:pt x="94547" y="44719"/>
                  </a:lnTo>
                  <a:lnTo>
                    <a:pt x="94483" y="44910"/>
                  </a:lnTo>
                  <a:lnTo>
                    <a:pt x="94483" y="45166"/>
                  </a:lnTo>
                  <a:lnTo>
                    <a:pt x="94483" y="45357"/>
                  </a:lnTo>
                  <a:lnTo>
                    <a:pt x="94547" y="45613"/>
                  </a:lnTo>
                  <a:lnTo>
                    <a:pt x="94675" y="45805"/>
                  </a:lnTo>
                  <a:lnTo>
                    <a:pt x="94803" y="45932"/>
                  </a:lnTo>
                  <a:lnTo>
                    <a:pt x="89437" y="55195"/>
                  </a:lnTo>
                  <a:lnTo>
                    <a:pt x="89245" y="55132"/>
                  </a:lnTo>
                  <a:lnTo>
                    <a:pt x="88989" y="55068"/>
                  </a:lnTo>
                  <a:lnTo>
                    <a:pt x="88798" y="55132"/>
                  </a:lnTo>
                  <a:lnTo>
                    <a:pt x="88606" y="55195"/>
                  </a:lnTo>
                  <a:lnTo>
                    <a:pt x="88287" y="55387"/>
                  </a:lnTo>
                  <a:lnTo>
                    <a:pt x="88031" y="55706"/>
                  </a:lnTo>
                  <a:lnTo>
                    <a:pt x="87967" y="56090"/>
                  </a:lnTo>
                  <a:lnTo>
                    <a:pt x="77363" y="56090"/>
                  </a:lnTo>
                  <a:lnTo>
                    <a:pt x="77235" y="55706"/>
                  </a:lnTo>
                  <a:lnTo>
                    <a:pt x="77043" y="55387"/>
                  </a:lnTo>
                  <a:lnTo>
                    <a:pt x="76660" y="55195"/>
                  </a:lnTo>
                  <a:lnTo>
                    <a:pt x="76468" y="55132"/>
                  </a:lnTo>
                  <a:lnTo>
                    <a:pt x="76277" y="55068"/>
                  </a:lnTo>
                  <a:lnTo>
                    <a:pt x="76085" y="55132"/>
                  </a:lnTo>
                  <a:lnTo>
                    <a:pt x="75893" y="55195"/>
                  </a:lnTo>
                  <a:lnTo>
                    <a:pt x="75702" y="55259"/>
                  </a:lnTo>
                  <a:lnTo>
                    <a:pt x="75510" y="55387"/>
                  </a:lnTo>
                  <a:lnTo>
                    <a:pt x="75382" y="55579"/>
                  </a:lnTo>
                  <a:lnTo>
                    <a:pt x="75318" y="55770"/>
                  </a:lnTo>
                  <a:lnTo>
                    <a:pt x="75255" y="55962"/>
                  </a:lnTo>
                  <a:lnTo>
                    <a:pt x="75191" y="56154"/>
                  </a:lnTo>
                  <a:lnTo>
                    <a:pt x="75255" y="56409"/>
                  </a:lnTo>
                  <a:lnTo>
                    <a:pt x="75318" y="56665"/>
                  </a:lnTo>
                  <a:lnTo>
                    <a:pt x="75510" y="56920"/>
                  </a:lnTo>
                  <a:lnTo>
                    <a:pt x="75702" y="57048"/>
                  </a:lnTo>
                  <a:lnTo>
                    <a:pt x="70336" y="66311"/>
                  </a:lnTo>
                  <a:lnTo>
                    <a:pt x="70144" y="66247"/>
                  </a:lnTo>
                  <a:lnTo>
                    <a:pt x="69888" y="66247"/>
                  </a:lnTo>
                  <a:lnTo>
                    <a:pt x="69505" y="66311"/>
                  </a:lnTo>
                  <a:lnTo>
                    <a:pt x="69186" y="66503"/>
                  </a:lnTo>
                  <a:lnTo>
                    <a:pt x="68994" y="66758"/>
                  </a:lnTo>
                  <a:lnTo>
                    <a:pt x="68866" y="67078"/>
                  </a:lnTo>
                  <a:lnTo>
                    <a:pt x="58325" y="67078"/>
                  </a:lnTo>
                  <a:lnTo>
                    <a:pt x="58198" y="66758"/>
                  </a:lnTo>
                  <a:lnTo>
                    <a:pt x="57942" y="66503"/>
                  </a:lnTo>
                  <a:lnTo>
                    <a:pt x="57623" y="66311"/>
                  </a:lnTo>
                  <a:lnTo>
                    <a:pt x="57303" y="66247"/>
                  </a:lnTo>
                  <a:lnTo>
                    <a:pt x="57048" y="66247"/>
                  </a:lnTo>
                  <a:lnTo>
                    <a:pt x="56856" y="66311"/>
                  </a:lnTo>
                  <a:lnTo>
                    <a:pt x="56664" y="66439"/>
                  </a:lnTo>
                  <a:lnTo>
                    <a:pt x="56537" y="66567"/>
                  </a:lnTo>
                  <a:lnTo>
                    <a:pt x="56409" y="66694"/>
                  </a:lnTo>
                  <a:lnTo>
                    <a:pt x="56281" y="66886"/>
                  </a:lnTo>
                  <a:lnTo>
                    <a:pt x="56217" y="67078"/>
                  </a:lnTo>
                  <a:lnTo>
                    <a:pt x="56217" y="67333"/>
                  </a:lnTo>
                  <a:lnTo>
                    <a:pt x="56217" y="67525"/>
                  </a:lnTo>
                  <a:lnTo>
                    <a:pt x="56281" y="67780"/>
                  </a:lnTo>
                  <a:lnTo>
                    <a:pt x="56409" y="67972"/>
                  </a:lnTo>
                  <a:lnTo>
                    <a:pt x="56537" y="68100"/>
                  </a:lnTo>
                  <a:lnTo>
                    <a:pt x="53534" y="73402"/>
                  </a:lnTo>
                  <a:lnTo>
                    <a:pt x="51298" y="77235"/>
                  </a:lnTo>
                  <a:lnTo>
                    <a:pt x="51107" y="77171"/>
                  </a:lnTo>
                  <a:lnTo>
                    <a:pt x="50851" y="77107"/>
                  </a:lnTo>
                  <a:lnTo>
                    <a:pt x="50659" y="77171"/>
                  </a:lnTo>
                  <a:lnTo>
                    <a:pt x="50468" y="77171"/>
                  </a:lnTo>
                  <a:lnTo>
                    <a:pt x="50148" y="77427"/>
                  </a:lnTo>
                  <a:lnTo>
                    <a:pt x="49893" y="77682"/>
                  </a:lnTo>
                  <a:lnTo>
                    <a:pt x="49765" y="78065"/>
                  </a:lnTo>
                  <a:lnTo>
                    <a:pt x="39224" y="78065"/>
                  </a:lnTo>
                  <a:lnTo>
                    <a:pt x="39160" y="77682"/>
                  </a:lnTo>
                  <a:lnTo>
                    <a:pt x="38905" y="77427"/>
                  </a:lnTo>
                  <a:lnTo>
                    <a:pt x="38586" y="77171"/>
                  </a:lnTo>
                  <a:lnTo>
                    <a:pt x="38394" y="77171"/>
                  </a:lnTo>
                  <a:lnTo>
                    <a:pt x="38202" y="77107"/>
                  </a:lnTo>
                  <a:lnTo>
                    <a:pt x="37947" y="77171"/>
                  </a:lnTo>
                  <a:lnTo>
                    <a:pt x="37691" y="77235"/>
                  </a:lnTo>
                  <a:lnTo>
                    <a:pt x="32389" y="68036"/>
                  </a:lnTo>
                  <a:lnTo>
                    <a:pt x="32580" y="67908"/>
                  </a:lnTo>
                  <a:lnTo>
                    <a:pt x="32708" y="67716"/>
                  </a:lnTo>
                  <a:lnTo>
                    <a:pt x="32836" y="67461"/>
                  </a:lnTo>
                  <a:lnTo>
                    <a:pt x="32836" y="67205"/>
                  </a:lnTo>
                  <a:lnTo>
                    <a:pt x="32836" y="66950"/>
                  </a:lnTo>
                  <a:lnTo>
                    <a:pt x="32708" y="66694"/>
                  </a:lnTo>
                  <a:lnTo>
                    <a:pt x="32580" y="66503"/>
                  </a:lnTo>
                  <a:lnTo>
                    <a:pt x="32389" y="66311"/>
                  </a:lnTo>
                  <a:lnTo>
                    <a:pt x="37691" y="57176"/>
                  </a:lnTo>
                  <a:lnTo>
                    <a:pt x="37883" y="57240"/>
                  </a:lnTo>
                  <a:lnTo>
                    <a:pt x="38330" y="57240"/>
                  </a:lnTo>
                  <a:lnTo>
                    <a:pt x="38586" y="57176"/>
                  </a:lnTo>
                  <a:lnTo>
                    <a:pt x="38713" y="57048"/>
                  </a:lnTo>
                  <a:lnTo>
                    <a:pt x="38905" y="56920"/>
                  </a:lnTo>
                  <a:lnTo>
                    <a:pt x="39033" y="56792"/>
                  </a:lnTo>
                  <a:lnTo>
                    <a:pt x="39160" y="56601"/>
                  </a:lnTo>
                  <a:lnTo>
                    <a:pt x="39224" y="56409"/>
                  </a:lnTo>
                  <a:lnTo>
                    <a:pt x="39224" y="56154"/>
                  </a:lnTo>
                  <a:lnTo>
                    <a:pt x="39224" y="55962"/>
                  </a:lnTo>
                  <a:lnTo>
                    <a:pt x="39160" y="55770"/>
                  </a:lnTo>
                  <a:lnTo>
                    <a:pt x="39033" y="55579"/>
                  </a:lnTo>
                  <a:lnTo>
                    <a:pt x="38905" y="55387"/>
                  </a:lnTo>
                  <a:lnTo>
                    <a:pt x="38713" y="55259"/>
                  </a:lnTo>
                  <a:lnTo>
                    <a:pt x="38586" y="55195"/>
                  </a:lnTo>
                  <a:lnTo>
                    <a:pt x="38330" y="55132"/>
                  </a:lnTo>
                  <a:lnTo>
                    <a:pt x="38138" y="55068"/>
                  </a:lnTo>
                  <a:lnTo>
                    <a:pt x="37947" y="55132"/>
                  </a:lnTo>
                  <a:lnTo>
                    <a:pt x="37691" y="55195"/>
                  </a:lnTo>
                  <a:lnTo>
                    <a:pt x="37563" y="55259"/>
                  </a:lnTo>
                  <a:lnTo>
                    <a:pt x="37372" y="55387"/>
                  </a:lnTo>
                  <a:lnTo>
                    <a:pt x="37244" y="55579"/>
                  </a:lnTo>
                  <a:lnTo>
                    <a:pt x="37116" y="55770"/>
                  </a:lnTo>
                  <a:lnTo>
                    <a:pt x="37052" y="55962"/>
                  </a:lnTo>
                  <a:lnTo>
                    <a:pt x="37052" y="56154"/>
                  </a:lnTo>
                  <a:lnTo>
                    <a:pt x="37116" y="56409"/>
                  </a:lnTo>
                  <a:lnTo>
                    <a:pt x="37180" y="56665"/>
                  </a:lnTo>
                  <a:lnTo>
                    <a:pt x="37308" y="56856"/>
                  </a:lnTo>
                  <a:lnTo>
                    <a:pt x="37499" y="57048"/>
                  </a:lnTo>
                  <a:lnTo>
                    <a:pt x="32197" y="66183"/>
                  </a:lnTo>
                  <a:lnTo>
                    <a:pt x="32006" y="66119"/>
                  </a:lnTo>
                  <a:lnTo>
                    <a:pt x="31558" y="66119"/>
                  </a:lnTo>
                  <a:lnTo>
                    <a:pt x="31367" y="66183"/>
                  </a:lnTo>
                  <a:lnTo>
                    <a:pt x="31047" y="66375"/>
                  </a:lnTo>
                  <a:lnTo>
                    <a:pt x="30792" y="66694"/>
                  </a:lnTo>
                  <a:lnTo>
                    <a:pt x="30728" y="67078"/>
                  </a:lnTo>
                  <a:lnTo>
                    <a:pt x="20187" y="67078"/>
                  </a:lnTo>
                  <a:lnTo>
                    <a:pt x="20059" y="66694"/>
                  </a:lnTo>
                  <a:lnTo>
                    <a:pt x="19804" y="66375"/>
                  </a:lnTo>
                  <a:lnTo>
                    <a:pt x="19484" y="66183"/>
                  </a:lnTo>
                  <a:lnTo>
                    <a:pt x="19293" y="66119"/>
                  </a:lnTo>
                  <a:lnTo>
                    <a:pt x="18846" y="66119"/>
                  </a:lnTo>
                  <a:lnTo>
                    <a:pt x="18590" y="66247"/>
                  </a:lnTo>
                  <a:lnTo>
                    <a:pt x="13288" y="57048"/>
                  </a:lnTo>
                  <a:lnTo>
                    <a:pt x="13543" y="56856"/>
                  </a:lnTo>
                  <a:lnTo>
                    <a:pt x="13735" y="56601"/>
                  </a:lnTo>
                  <a:lnTo>
                    <a:pt x="13863" y="56345"/>
                  </a:lnTo>
                  <a:lnTo>
                    <a:pt x="13927" y="56026"/>
                  </a:lnTo>
                  <a:lnTo>
                    <a:pt x="13927" y="55770"/>
                  </a:lnTo>
                  <a:lnTo>
                    <a:pt x="13799" y="55515"/>
                  </a:lnTo>
                  <a:lnTo>
                    <a:pt x="13607" y="55259"/>
                  </a:lnTo>
                  <a:lnTo>
                    <a:pt x="13415" y="55132"/>
                  </a:lnTo>
                  <a:lnTo>
                    <a:pt x="18654" y="46060"/>
                  </a:lnTo>
                  <a:lnTo>
                    <a:pt x="18973" y="46124"/>
                  </a:lnTo>
                  <a:lnTo>
                    <a:pt x="19357" y="46060"/>
                  </a:lnTo>
                  <a:lnTo>
                    <a:pt x="19676" y="45868"/>
                  </a:lnTo>
                  <a:lnTo>
                    <a:pt x="19932" y="45613"/>
                  </a:lnTo>
                  <a:lnTo>
                    <a:pt x="20059" y="45230"/>
                  </a:lnTo>
                  <a:lnTo>
                    <a:pt x="30728" y="45230"/>
                  </a:lnTo>
                  <a:lnTo>
                    <a:pt x="30792" y="45613"/>
                  </a:lnTo>
                  <a:lnTo>
                    <a:pt x="31047" y="45932"/>
                  </a:lnTo>
                  <a:lnTo>
                    <a:pt x="31367" y="46124"/>
                  </a:lnTo>
                  <a:lnTo>
                    <a:pt x="31558" y="46188"/>
                  </a:lnTo>
                  <a:lnTo>
                    <a:pt x="31750" y="46252"/>
                  </a:lnTo>
                  <a:lnTo>
                    <a:pt x="32006" y="46188"/>
                  </a:lnTo>
                  <a:lnTo>
                    <a:pt x="32197" y="46124"/>
                  </a:lnTo>
                  <a:lnTo>
                    <a:pt x="32389" y="46060"/>
                  </a:lnTo>
                  <a:lnTo>
                    <a:pt x="32517" y="45932"/>
                  </a:lnTo>
                  <a:lnTo>
                    <a:pt x="32644" y="45741"/>
                  </a:lnTo>
                  <a:lnTo>
                    <a:pt x="32772" y="45549"/>
                  </a:lnTo>
                  <a:lnTo>
                    <a:pt x="32836" y="45357"/>
                  </a:lnTo>
                  <a:lnTo>
                    <a:pt x="32836" y="45166"/>
                  </a:lnTo>
                  <a:lnTo>
                    <a:pt x="32836" y="44910"/>
                  </a:lnTo>
                  <a:lnTo>
                    <a:pt x="32708" y="44655"/>
                  </a:lnTo>
                  <a:lnTo>
                    <a:pt x="32580" y="44463"/>
                  </a:lnTo>
                  <a:lnTo>
                    <a:pt x="32389" y="44271"/>
                  </a:lnTo>
                  <a:lnTo>
                    <a:pt x="37372" y="35647"/>
                  </a:lnTo>
                  <a:lnTo>
                    <a:pt x="37691" y="35136"/>
                  </a:lnTo>
                  <a:lnTo>
                    <a:pt x="37883" y="35200"/>
                  </a:lnTo>
                  <a:lnTo>
                    <a:pt x="38330" y="35200"/>
                  </a:lnTo>
                  <a:lnTo>
                    <a:pt x="38522" y="35136"/>
                  </a:lnTo>
                  <a:lnTo>
                    <a:pt x="38841" y="34944"/>
                  </a:lnTo>
                  <a:lnTo>
                    <a:pt x="39097" y="34625"/>
                  </a:lnTo>
                  <a:lnTo>
                    <a:pt x="39224" y="34242"/>
                  </a:lnTo>
                  <a:lnTo>
                    <a:pt x="49765" y="34242"/>
                  </a:lnTo>
                  <a:lnTo>
                    <a:pt x="49893" y="34625"/>
                  </a:lnTo>
                  <a:lnTo>
                    <a:pt x="50148" y="34944"/>
                  </a:lnTo>
                  <a:lnTo>
                    <a:pt x="50468" y="35136"/>
                  </a:lnTo>
                  <a:lnTo>
                    <a:pt x="50659" y="35200"/>
                  </a:lnTo>
                  <a:lnTo>
                    <a:pt x="51107" y="35200"/>
                  </a:lnTo>
                  <a:lnTo>
                    <a:pt x="51298" y="35136"/>
                  </a:lnTo>
                  <a:lnTo>
                    <a:pt x="56601" y="44271"/>
                  </a:lnTo>
                  <a:lnTo>
                    <a:pt x="56409" y="44463"/>
                  </a:lnTo>
                  <a:lnTo>
                    <a:pt x="56281" y="44655"/>
                  </a:lnTo>
                  <a:lnTo>
                    <a:pt x="56153" y="44910"/>
                  </a:lnTo>
                  <a:lnTo>
                    <a:pt x="56153" y="45166"/>
                  </a:lnTo>
                  <a:lnTo>
                    <a:pt x="56153" y="45357"/>
                  </a:lnTo>
                  <a:lnTo>
                    <a:pt x="56217" y="45613"/>
                  </a:lnTo>
                  <a:lnTo>
                    <a:pt x="56345" y="45741"/>
                  </a:lnTo>
                  <a:lnTo>
                    <a:pt x="56473" y="45932"/>
                  </a:lnTo>
                  <a:lnTo>
                    <a:pt x="56601" y="46060"/>
                  </a:lnTo>
                  <a:lnTo>
                    <a:pt x="56792" y="46188"/>
                  </a:lnTo>
                  <a:lnTo>
                    <a:pt x="56984" y="46252"/>
                  </a:lnTo>
                  <a:lnTo>
                    <a:pt x="57431" y="46252"/>
                  </a:lnTo>
                  <a:lnTo>
                    <a:pt x="57623" y="46188"/>
                  </a:lnTo>
                  <a:lnTo>
                    <a:pt x="57942" y="45932"/>
                  </a:lnTo>
                  <a:lnTo>
                    <a:pt x="58198" y="45677"/>
                  </a:lnTo>
                  <a:lnTo>
                    <a:pt x="58325" y="45230"/>
                  </a:lnTo>
                  <a:lnTo>
                    <a:pt x="69186" y="45230"/>
                  </a:lnTo>
                  <a:lnTo>
                    <a:pt x="69313" y="45677"/>
                  </a:lnTo>
                  <a:lnTo>
                    <a:pt x="69505" y="45932"/>
                  </a:lnTo>
                  <a:lnTo>
                    <a:pt x="69888" y="46188"/>
                  </a:lnTo>
                  <a:lnTo>
                    <a:pt x="70080" y="46252"/>
                  </a:lnTo>
                  <a:lnTo>
                    <a:pt x="70463" y="46252"/>
                  </a:lnTo>
                  <a:lnTo>
                    <a:pt x="70655" y="46188"/>
                  </a:lnTo>
                  <a:lnTo>
                    <a:pt x="70847" y="46060"/>
                  </a:lnTo>
                  <a:lnTo>
                    <a:pt x="71038" y="45932"/>
                  </a:lnTo>
                  <a:lnTo>
                    <a:pt x="71166" y="45741"/>
                  </a:lnTo>
                  <a:lnTo>
                    <a:pt x="71230" y="45613"/>
                  </a:lnTo>
                  <a:lnTo>
                    <a:pt x="71294" y="45357"/>
                  </a:lnTo>
                  <a:lnTo>
                    <a:pt x="71358" y="45166"/>
                  </a:lnTo>
                  <a:lnTo>
                    <a:pt x="71294" y="44846"/>
                  </a:lnTo>
                  <a:lnTo>
                    <a:pt x="71166" y="44527"/>
                  </a:lnTo>
                  <a:lnTo>
                    <a:pt x="70910" y="44335"/>
                  </a:lnTo>
                  <a:lnTo>
                    <a:pt x="70655" y="44144"/>
                  </a:lnTo>
                  <a:lnTo>
                    <a:pt x="71294" y="43058"/>
                  </a:lnTo>
                  <a:lnTo>
                    <a:pt x="75829" y="35136"/>
                  </a:lnTo>
                  <a:lnTo>
                    <a:pt x="76085" y="35200"/>
                  </a:lnTo>
                  <a:lnTo>
                    <a:pt x="76468" y="35200"/>
                  </a:lnTo>
                  <a:lnTo>
                    <a:pt x="76660" y="35136"/>
                  </a:lnTo>
                  <a:lnTo>
                    <a:pt x="77043" y="34944"/>
                  </a:lnTo>
                  <a:lnTo>
                    <a:pt x="77235" y="34625"/>
                  </a:lnTo>
                  <a:lnTo>
                    <a:pt x="77363" y="34242"/>
                  </a:lnTo>
                  <a:close/>
                  <a:moveTo>
                    <a:pt x="69952" y="1"/>
                  </a:move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9">
              <a:extLst>
                <a:ext uri="{FF2B5EF4-FFF2-40B4-BE49-F238E27FC236}">
                  <a16:creationId xmlns:a16="http://schemas.microsoft.com/office/drawing/2014/main" id="{CEA24904-2D31-857C-922D-B5E2C4C0786B}"/>
                </a:ext>
              </a:extLst>
            </p:cNvPr>
            <p:cNvSpPr/>
            <p:nvPr/>
          </p:nvSpPr>
          <p:spPr>
            <a:xfrm>
              <a:off x="1399800" y="-802100"/>
              <a:ext cx="2037900" cy="1095625"/>
            </a:xfrm>
            <a:custGeom>
              <a:avLst/>
              <a:gdLst/>
              <a:ahLst/>
              <a:cxnLst/>
              <a:rect l="l" t="t" r="r" b="b"/>
              <a:pathLst>
                <a:path w="81516" h="43825" fill="none" extrusionOk="0">
                  <a:moveTo>
                    <a:pt x="62990" y="959"/>
                  </a:moveTo>
                  <a:lnTo>
                    <a:pt x="62990" y="959"/>
                  </a:lnTo>
                  <a:lnTo>
                    <a:pt x="63181" y="959"/>
                  </a:lnTo>
                  <a:lnTo>
                    <a:pt x="63373" y="895"/>
                  </a:lnTo>
                  <a:lnTo>
                    <a:pt x="63756" y="703"/>
                  </a:lnTo>
                  <a:lnTo>
                    <a:pt x="63948" y="384"/>
                  </a:lnTo>
                  <a:lnTo>
                    <a:pt x="64076" y="1"/>
                  </a:lnTo>
                  <a:lnTo>
                    <a:pt x="74680" y="1"/>
                  </a:lnTo>
                  <a:lnTo>
                    <a:pt x="74680" y="1"/>
                  </a:lnTo>
                  <a:lnTo>
                    <a:pt x="74744" y="384"/>
                  </a:lnTo>
                  <a:lnTo>
                    <a:pt x="75000" y="703"/>
                  </a:lnTo>
                  <a:lnTo>
                    <a:pt x="75319" y="895"/>
                  </a:lnTo>
                  <a:lnTo>
                    <a:pt x="75511" y="959"/>
                  </a:lnTo>
                  <a:lnTo>
                    <a:pt x="75702" y="959"/>
                  </a:lnTo>
                  <a:lnTo>
                    <a:pt x="75702" y="959"/>
                  </a:lnTo>
                  <a:lnTo>
                    <a:pt x="75958" y="959"/>
                  </a:lnTo>
                  <a:lnTo>
                    <a:pt x="76150" y="895"/>
                  </a:lnTo>
                  <a:lnTo>
                    <a:pt x="77747" y="3578"/>
                  </a:lnTo>
                  <a:lnTo>
                    <a:pt x="81516" y="10158"/>
                  </a:lnTo>
                  <a:lnTo>
                    <a:pt x="81516" y="10158"/>
                  </a:lnTo>
                  <a:lnTo>
                    <a:pt x="81388" y="10286"/>
                  </a:lnTo>
                  <a:lnTo>
                    <a:pt x="81260" y="10478"/>
                  </a:lnTo>
                  <a:lnTo>
                    <a:pt x="81196" y="10669"/>
                  </a:lnTo>
                  <a:lnTo>
                    <a:pt x="81196" y="10925"/>
                  </a:lnTo>
                  <a:lnTo>
                    <a:pt x="81196" y="10925"/>
                  </a:lnTo>
                  <a:lnTo>
                    <a:pt x="81196" y="11116"/>
                  </a:lnTo>
                  <a:lnTo>
                    <a:pt x="81260" y="11372"/>
                  </a:lnTo>
                  <a:lnTo>
                    <a:pt x="81388" y="11564"/>
                  </a:lnTo>
                  <a:lnTo>
                    <a:pt x="81516" y="11691"/>
                  </a:lnTo>
                  <a:lnTo>
                    <a:pt x="76150" y="20954"/>
                  </a:lnTo>
                  <a:lnTo>
                    <a:pt x="76150" y="20954"/>
                  </a:lnTo>
                  <a:lnTo>
                    <a:pt x="75958" y="20891"/>
                  </a:lnTo>
                  <a:lnTo>
                    <a:pt x="75702" y="20827"/>
                  </a:lnTo>
                  <a:lnTo>
                    <a:pt x="75702" y="20827"/>
                  </a:lnTo>
                  <a:lnTo>
                    <a:pt x="75511" y="20891"/>
                  </a:lnTo>
                  <a:lnTo>
                    <a:pt x="75319" y="20954"/>
                  </a:lnTo>
                  <a:lnTo>
                    <a:pt x="75000" y="21146"/>
                  </a:lnTo>
                  <a:lnTo>
                    <a:pt x="74744" y="21465"/>
                  </a:lnTo>
                  <a:lnTo>
                    <a:pt x="74680" y="21849"/>
                  </a:lnTo>
                  <a:lnTo>
                    <a:pt x="64076" y="21849"/>
                  </a:lnTo>
                  <a:lnTo>
                    <a:pt x="64076" y="21849"/>
                  </a:lnTo>
                  <a:lnTo>
                    <a:pt x="63948" y="21465"/>
                  </a:lnTo>
                  <a:lnTo>
                    <a:pt x="63756" y="21146"/>
                  </a:lnTo>
                  <a:lnTo>
                    <a:pt x="63373" y="20954"/>
                  </a:lnTo>
                  <a:lnTo>
                    <a:pt x="63181" y="20891"/>
                  </a:lnTo>
                  <a:lnTo>
                    <a:pt x="62990" y="20827"/>
                  </a:lnTo>
                  <a:lnTo>
                    <a:pt x="62990" y="20827"/>
                  </a:lnTo>
                  <a:lnTo>
                    <a:pt x="62798" y="20891"/>
                  </a:lnTo>
                  <a:lnTo>
                    <a:pt x="62606" y="20954"/>
                  </a:lnTo>
                  <a:lnTo>
                    <a:pt x="62415" y="21018"/>
                  </a:lnTo>
                  <a:lnTo>
                    <a:pt x="62223" y="21146"/>
                  </a:lnTo>
                  <a:lnTo>
                    <a:pt x="62095" y="21338"/>
                  </a:lnTo>
                  <a:lnTo>
                    <a:pt x="62031" y="21529"/>
                  </a:lnTo>
                  <a:lnTo>
                    <a:pt x="61968" y="21721"/>
                  </a:lnTo>
                  <a:lnTo>
                    <a:pt x="61904" y="21913"/>
                  </a:lnTo>
                  <a:lnTo>
                    <a:pt x="61904" y="21913"/>
                  </a:lnTo>
                  <a:lnTo>
                    <a:pt x="61968" y="22168"/>
                  </a:lnTo>
                  <a:lnTo>
                    <a:pt x="62031" y="22424"/>
                  </a:lnTo>
                  <a:lnTo>
                    <a:pt x="62223" y="22679"/>
                  </a:lnTo>
                  <a:lnTo>
                    <a:pt x="62415" y="22807"/>
                  </a:lnTo>
                  <a:lnTo>
                    <a:pt x="57049" y="32070"/>
                  </a:lnTo>
                  <a:lnTo>
                    <a:pt x="57049" y="32070"/>
                  </a:lnTo>
                  <a:lnTo>
                    <a:pt x="56857" y="32006"/>
                  </a:lnTo>
                  <a:lnTo>
                    <a:pt x="56601" y="32006"/>
                  </a:lnTo>
                  <a:lnTo>
                    <a:pt x="56601" y="32006"/>
                  </a:lnTo>
                  <a:lnTo>
                    <a:pt x="56218" y="32070"/>
                  </a:lnTo>
                  <a:lnTo>
                    <a:pt x="55899" y="32262"/>
                  </a:lnTo>
                  <a:lnTo>
                    <a:pt x="55707" y="32517"/>
                  </a:lnTo>
                  <a:lnTo>
                    <a:pt x="55579" y="32837"/>
                  </a:lnTo>
                  <a:lnTo>
                    <a:pt x="45038" y="32837"/>
                  </a:lnTo>
                  <a:lnTo>
                    <a:pt x="45038" y="32837"/>
                  </a:lnTo>
                  <a:lnTo>
                    <a:pt x="44911" y="32517"/>
                  </a:lnTo>
                  <a:lnTo>
                    <a:pt x="44655" y="32262"/>
                  </a:lnTo>
                  <a:lnTo>
                    <a:pt x="44336" y="32070"/>
                  </a:lnTo>
                  <a:lnTo>
                    <a:pt x="44016" y="32006"/>
                  </a:lnTo>
                  <a:lnTo>
                    <a:pt x="44016" y="32006"/>
                  </a:lnTo>
                  <a:lnTo>
                    <a:pt x="43761" y="32006"/>
                  </a:lnTo>
                  <a:lnTo>
                    <a:pt x="43569" y="32070"/>
                  </a:lnTo>
                  <a:lnTo>
                    <a:pt x="43377" y="32198"/>
                  </a:lnTo>
                  <a:lnTo>
                    <a:pt x="43250" y="32326"/>
                  </a:lnTo>
                  <a:lnTo>
                    <a:pt x="43122" y="32453"/>
                  </a:lnTo>
                  <a:lnTo>
                    <a:pt x="42994" y="32645"/>
                  </a:lnTo>
                  <a:lnTo>
                    <a:pt x="42930" y="32837"/>
                  </a:lnTo>
                  <a:lnTo>
                    <a:pt x="42930" y="33092"/>
                  </a:lnTo>
                  <a:lnTo>
                    <a:pt x="42930" y="33092"/>
                  </a:lnTo>
                  <a:lnTo>
                    <a:pt x="42930" y="33284"/>
                  </a:lnTo>
                  <a:lnTo>
                    <a:pt x="42994" y="33539"/>
                  </a:lnTo>
                  <a:lnTo>
                    <a:pt x="43122" y="33731"/>
                  </a:lnTo>
                  <a:lnTo>
                    <a:pt x="43250" y="33859"/>
                  </a:lnTo>
                  <a:lnTo>
                    <a:pt x="40247" y="39161"/>
                  </a:lnTo>
                  <a:lnTo>
                    <a:pt x="38011" y="42994"/>
                  </a:lnTo>
                  <a:lnTo>
                    <a:pt x="38011" y="42994"/>
                  </a:lnTo>
                  <a:lnTo>
                    <a:pt x="37820" y="42930"/>
                  </a:lnTo>
                  <a:lnTo>
                    <a:pt x="37564" y="42866"/>
                  </a:lnTo>
                  <a:lnTo>
                    <a:pt x="37564" y="42866"/>
                  </a:lnTo>
                  <a:lnTo>
                    <a:pt x="37372" y="42930"/>
                  </a:lnTo>
                  <a:lnTo>
                    <a:pt x="37181" y="42930"/>
                  </a:lnTo>
                  <a:lnTo>
                    <a:pt x="36861" y="43186"/>
                  </a:lnTo>
                  <a:lnTo>
                    <a:pt x="36606" y="43441"/>
                  </a:lnTo>
                  <a:lnTo>
                    <a:pt x="36478" y="43824"/>
                  </a:lnTo>
                  <a:lnTo>
                    <a:pt x="25937" y="43824"/>
                  </a:lnTo>
                  <a:lnTo>
                    <a:pt x="25937" y="43824"/>
                  </a:lnTo>
                  <a:lnTo>
                    <a:pt x="25873" y="43441"/>
                  </a:lnTo>
                  <a:lnTo>
                    <a:pt x="25618" y="43186"/>
                  </a:lnTo>
                  <a:lnTo>
                    <a:pt x="25299" y="42930"/>
                  </a:lnTo>
                  <a:lnTo>
                    <a:pt x="25107" y="42930"/>
                  </a:lnTo>
                  <a:lnTo>
                    <a:pt x="24915" y="42866"/>
                  </a:lnTo>
                  <a:lnTo>
                    <a:pt x="24915" y="42866"/>
                  </a:lnTo>
                  <a:lnTo>
                    <a:pt x="24660" y="42930"/>
                  </a:lnTo>
                  <a:lnTo>
                    <a:pt x="24404" y="42994"/>
                  </a:lnTo>
                  <a:lnTo>
                    <a:pt x="19102" y="33795"/>
                  </a:lnTo>
                  <a:lnTo>
                    <a:pt x="19102" y="33795"/>
                  </a:lnTo>
                  <a:lnTo>
                    <a:pt x="19293" y="33667"/>
                  </a:lnTo>
                  <a:lnTo>
                    <a:pt x="19421" y="33475"/>
                  </a:lnTo>
                  <a:lnTo>
                    <a:pt x="19549" y="33220"/>
                  </a:lnTo>
                  <a:lnTo>
                    <a:pt x="19549" y="32964"/>
                  </a:lnTo>
                  <a:lnTo>
                    <a:pt x="19549" y="32964"/>
                  </a:lnTo>
                  <a:lnTo>
                    <a:pt x="19549" y="32709"/>
                  </a:lnTo>
                  <a:lnTo>
                    <a:pt x="19421" y="32453"/>
                  </a:lnTo>
                  <a:lnTo>
                    <a:pt x="19293" y="32262"/>
                  </a:lnTo>
                  <a:lnTo>
                    <a:pt x="19102" y="32070"/>
                  </a:lnTo>
                  <a:lnTo>
                    <a:pt x="24404" y="22935"/>
                  </a:lnTo>
                  <a:lnTo>
                    <a:pt x="24404" y="22935"/>
                  </a:lnTo>
                  <a:lnTo>
                    <a:pt x="24596" y="22999"/>
                  </a:lnTo>
                  <a:lnTo>
                    <a:pt x="24851" y="22999"/>
                  </a:lnTo>
                  <a:lnTo>
                    <a:pt x="24851" y="22999"/>
                  </a:lnTo>
                  <a:lnTo>
                    <a:pt x="25043" y="22999"/>
                  </a:lnTo>
                  <a:lnTo>
                    <a:pt x="25299" y="22935"/>
                  </a:lnTo>
                  <a:lnTo>
                    <a:pt x="25426" y="22807"/>
                  </a:lnTo>
                  <a:lnTo>
                    <a:pt x="25618" y="22679"/>
                  </a:lnTo>
                  <a:lnTo>
                    <a:pt x="25746" y="22551"/>
                  </a:lnTo>
                  <a:lnTo>
                    <a:pt x="25873" y="22360"/>
                  </a:lnTo>
                  <a:lnTo>
                    <a:pt x="25937" y="22168"/>
                  </a:lnTo>
                  <a:lnTo>
                    <a:pt x="25937" y="21913"/>
                  </a:lnTo>
                  <a:lnTo>
                    <a:pt x="25937" y="21913"/>
                  </a:lnTo>
                  <a:lnTo>
                    <a:pt x="25937" y="21721"/>
                  </a:lnTo>
                  <a:lnTo>
                    <a:pt x="25873" y="21529"/>
                  </a:lnTo>
                  <a:lnTo>
                    <a:pt x="25746" y="21338"/>
                  </a:lnTo>
                  <a:lnTo>
                    <a:pt x="25618" y="21146"/>
                  </a:lnTo>
                  <a:lnTo>
                    <a:pt x="25426" y="21018"/>
                  </a:lnTo>
                  <a:lnTo>
                    <a:pt x="25299" y="20954"/>
                  </a:lnTo>
                  <a:lnTo>
                    <a:pt x="25043" y="20891"/>
                  </a:lnTo>
                  <a:lnTo>
                    <a:pt x="24851" y="20827"/>
                  </a:lnTo>
                  <a:lnTo>
                    <a:pt x="24851" y="20827"/>
                  </a:lnTo>
                  <a:lnTo>
                    <a:pt x="24660" y="20891"/>
                  </a:lnTo>
                  <a:lnTo>
                    <a:pt x="24404" y="20954"/>
                  </a:lnTo>
                  <a:lnTo>
                    <a:pt x="24276" y="21018"/>
                  </a:lnTo>
                  <a:lnTo>
                    <a:pt x="24085" y="21146"/>
                  </a:lnTo>
                  <a:lnTo>
                    <a:pt x="23957" y="21338"/>
                  </a:lnTo>
                  <a:lnTo>
                    <a:pt x="23829" y="21529"/>
                  </a:lnTo>
                  <a:lnTo>
                    <a:pt x="23765" y="21721"/>
                  </a:lnTo>
                  <a:lnTo>
                    <a:pt x="23765" y="21913"/>
                  </a:lnTo>
                  <a:lnTo>
                    <a:pt x="23765" y="21913"/>
                  </a:lnTo>
                  <a:lnTo>
                    <a:pt x="23829" y="22168"/>
                  </a:lnTo>
                  <a:lnTo>
                    <a:pt x="23893" y="22424"/>
                  </a:lnTo>
                  <a:lnTo>
                    <a:pt x="24021" y="22615"/>
                  </a:lnTo>
                  <a:lnTo>
                    <a:pt x="24212" y="22807"/>
                  </a:lnTo>
                  <a:lnTo>
                    <a:pt x="18910" y="31942"/>
                  </a:lnTo>
                  <a:lnTo>
                    <a:pt x="18910" y="31942"/>
                  </a:lnTo>
                  <a:lnTo>
                    <a:pt x="18719" y="31878"/>
                  </a:lnTo>
                  <a:lnTo>
                    <a:pt x="18463" y="31878"/>
                  </a:lnTo>
                  <a:lnTo>
                    <a:pt x="18463" y="31878"/>
                  </a:lnTo>
                  <a:lnTo>
                    <a:pt x="18271" y="31878"/>
                  </a:lnTo>
                  <a:lnTo>
                    <a:pt x="18080" y="31942"/>
                  </a:lnTo>
                  <a:lnTo>
                    <a:pt x="17760" y="32134"/>
                  </a:lnTo>
                  <a:lnTo>
                    <a:pt x="17505" y="32453"/>
                  </a:lnTo>
                  <a:lnTo>
                    <a:pt x="17441" y="32837"/>
                  </a:lnTo>
                  <a:lnTo>
                    <a:pt x="6900" y="32837"/>
                  </a:lnTo>
                  <a:lnTo>
                    <a:pt x="6900" y="32837"/>
                  </a:lnTo>
                  <a:lnTo>
                    <a:pt x="6772" y="32453"/>
                  </a:lnTo>
                  <a:lnTo>
                    <a:pt x="6517" y="32134"/>
                  </a:lnTo>
                  <a:lnTo>
                    <a:pt x="6197" y="31942"/>
                  </a:lnTo>
                  <a:lnTo>
                    <a:pt x="6006" y="31878"/>
                  </a:lnTo>
                  <a:lnTo>
                    <a:pt x="5814" y="31878"/>
                  </a:lnTo>
                  <a:lnTo>
                    <a:pt x="5814" y="31878"/>
                  </a:lnTo>
                  <a:lnTo>
                    <a:pt x="5559" y="31878"/>
                  </a:lnTo>
                  <a:lnTo>
                    <a:pt x="5303" y="32006"/>
                  </a:lnTo>
                  <a:lnTo>
                    <a:pt x="1" y="22807"/>
                  </a:lnTo>
                  <a:lnTo>
                    <a:pt x="1" y="22807"/>
                  </a:lnTo>
                  <a:lnTo>
                    <a:pt x="256" y="22615"/>
                  </a:lnTo>
                  <a:lnTo>
                    <a:pt x="448" y="22360"/>
                  </a:lnTo>
                  <a:lnTo>
                    <a:pt x="576" y="22104"/>
                  </a:lnTo>
                  <a:lnTo>
                    <a:pt x="640" y="21785"/>
                  </a:lnTo>
                  <a:lnTo>
                    <a:pt x="640" y="21785"/>
                  </a:lnTo>
                  <a:lnTo>
                    <a:pt x="640" y="21529"/>
                  </a:lnTo>
                  <a:lnTo>
                    <a:pt x="512" y="21274"/>
                  </a:lnTo>
                  <a:lnTo>
                    <a:pt x="320" y="21018"/>
                  </a:lnTo>
                  <a:lnTo>
                    <a:pt x="128" y="20891"/>
                  </a:lnTo>
                  <a:lnTo>
                    <a:pt x="5367" y="11819"/>
                  </a:lnTo>
                  <a:lnTo>
                    <a:pt x="5367" y="11819"/>
                  </a:lnTo>
                  <a:lnTo>
                    <a:pt x="5686" y="11883"/>
                  </a:lnTo>
                  <a:lnTo>
                    <a:pt x="5686" y="11883"/>
                  </a:lnTo>
                  <a:lnTo>
                    <a:pt x="6070" y="11819"/>
                  </a:lnTo>
                  <a:lnTo>
                    <a:pt x="6389" y="11627"/>
                  </a:lnTo>
                  <a:lnTo>
                    <a:pt x="6645" y="11372"/>
                  </a:lnTo>
                  <a:lnTo>
                    <a:pt x="6772" y="10989"/>
                  </a:lnTo>
                  <a:lnTo>
                    <a:pt x="17441" y="10989"/>
                  </a:lnTo>
                  <a:lnTo>
                    <a:pt x="17441" y="10989"/>
                  </a:lnTo>
                  <a:lnTo>
                    <a:pt x="17505" y="11372"/>
                  </a:lnTo>
                  <a:lnTo>
                    <a:pt x="17760" y="11691"/>
                  </a:lnTo>
                  <a:lnTo>
                    <a:pt x="18080" y="11883"/>
                  </a:lnTo>
                  <a:lnTo>
                    <a:pt x="18271" y="11947"/>
                  </a:lnTo>
                  <a:lnTo>
                    <a:pt x="18463" y="12011"/>
                  </a:lnTo>
                  <a:lnTo>
                    <a:pt x="18463" y="12011"/>
                  </a:lnTo>
                  <a:lnTo>
                    <a:pt x="18719" y="11947"/>
                  </a:lnTo>
                  <a:lnTo>
                    <a:pt x="18910" y="11883"/>
                  </a:lnTo>
                  <a:lnTo>
                    <a:pt x="19102" y="11819"/>
                  </a:lnTo>
                  <a:lnTo>
                    <a:pt x="19230" y="11691"/>
                  </a:lnTo>
                  <a:lnTo>
                    <a:pt x="19357" y="11500"/>
                  </a:lnTo>
                  <a:lnTo>
                    <a:pt x="19485" y="11308"/>
                  </a:lnTo>
                  <a:lnTo>
                    <a:pt x="19549" y="11116"/>
                  </a:lnTo>
                  <a:lnTo>
                    <a:pt x="19549" y="10925"/>
                  </a:lnTo>
                  <a:lnTo>
                    <a:pt x="19549" y="10925"/>
                  </a:lnTo>
                  <a:lnTo>
                    <a:pt x="19549" y="10669"/>
                  </a:lnTo>
                  <a:lnTo>
                    <a:pt x="19421" y="10414"/>
                  </a:lnTo>
                  <a:lnTo>
                    <a:pt x="19293" y="10222"/>
                  </a:lnTo>
                  <a:lnTo>
                    <a:pt x="19102" y="10030"/>
                  </a:lnTo>
                  <a:lnTo>
                    <a:pt x="24085" y="1406"/>
                  </a:lnTo>
                  <a:lnTo>
                    <a:pt x="24404" y="895"/>
                  </a:lnTo>
                  <a:lnTo>
                    <a:pt x="24404" y="895"/>
                  </a:lnTo>
                  <a:lnTo>
                    <a:pt x="24596" y="959"/>
                  </a:lnTo>
                  <a:lnTo>
                    <a:pt x="24851" y="959"/>
                  </a:lnTo>
                  <a:lnTo>
                    <a:pt x="24851" y="959"/>
                  </a:lnTo>
                  <a:lnTo>
                    <a:pt x="25043" y="959"/>
                  </a:lnTo>
                  <a:lnTo>
                    <a:pt x="25235" y="895"/>
                  </a:lnTo>
                  <a:lnTo>
                    <a:pt x="25554" y="703"/>
                  </a:lnTo>
                  <a:lnTo>
                    <a:pt x="25810" y="384"/>
                  </a:lnTo>
                  <a:lnTo>
                    <a:pt x="25937" y="1"/>
                  </a:lnTo>
                  <a:lnTo>
                    <a:pt x="36478" y="1"/>
                  </a:lnTo>
                  <a:lnTo>
                    <a:pt x="36478" y="1"/>
                  </a:lnTo>
                  <a:lnTo>
                    <a:pt x="36606" y="384"/>
                  </a:lnTo>
                  <a:lnTo>
                    <a:pt x="36861" y="703"/>
                  </a:lnTo>
                  <a:lnTo>
                    <a:pt x="37181" y="895"/>
                  </a:lnTo>
                  <a:lnTo>
                    <a:pt x="37372" y="959"/>
                  </a:lnTo>
                  <a:lnTo>
                    <a:pt x="37564" y="959"/>
                  </a:lnTo>
                  <a:lnTo>
                    <a:pt x="37564" y="959"/>
                  </a:lnTo>
                  <a:lnTo>
                    <a:pt x="37820" y="959"/>
                  </a:lnTo>
                  <a:lnTo>
                    <a:pt x="38011" y="895"/>
                  </a:lnTo>
                  <a:lnTo>
                    <a:pt x="43314" y="10030"/>
                  </a:lnTo>
                  <a:lnTo>
                    <a:pt x="43314" y="10030"/>
                  </a:lnTo>
                  <a:lnTo>
                    <a:pt x="43122" y="10222"/>
                  </a:lnTo>
                  <a:lnTo>
                    <a:pt x="42994" y="10414"/>
                  </a:lnTo>
                  <a:lnTo>
                    <a:pt x="42866" y="10669"/>
                  </a:lnTo>
                  <a:lnTo>
                    <a:pt x="42866" y="10925"/>
                  </a:lnTo>
                  <a:lnTo>
                    <a:pt x="42866" y="10925"/>
                  </a:lnTo>
                  <a:lnTo>
                    <a:pt x="42866" y="11116"/>
                  </a:lnTo>
                  <a:lnTo>
                    <a:pt x="42930" y="11372"/>
                  </a:lnTo>
                  <a:lnTo>
                    <a:pt x="43058" y="11500"/>
                  </a:lnTo>
                  <a:lnTo>
                    <a:pt x="43186" y="11691"/>
                  </a:lnTo>
                  <a:lnTo>
                    <a:pt x="43314" y="11819"/>
                  </a:lnTo>
                  <a:lnTo>
                    <a:pt x="43505" y="11947"/>
                  </a:lnTo>
                  <a:lnTo>
                    <a:pt x="43697" y="12011"/>
                  </a:lnTo>
                  <a:lnTo>
                    <a:pt x="43952" y="12011"/>
                  </a:lnTo>
                  <a:lnTo>
                    <a:pt x="43952" y="12011"/>
                  </a:lnTo>
                  <a:lnTo>
                    <a:pt x="44144" y="12011"/>
                  </a:lnTo>
                  <a:lnTo>
                    <a:pt x="44336" y="11947"/>
                  </a:lnTo>
                  <a:lnTo>
                    <a:pt x="44655" y="11691"/>
                  </a:lnTo>
                  <a:lnTo>
                    <a:pt x="44911" y="11436"/>
                  </a:lnTo>
                  <a:lnTo>
                    <a:pt x="45038" y="10989"/>
                  </a:lnTo>
                  <a:lnTo>
                    <a:pt x="55899" y="10989"/>
                  </a:lnTo>
                  <a:lnTo>
                    <a:pt x="55899" y="10989"/>
                  </a:lnTo>
                  <a:lnTo>
                    <a:pt x="56026" y="11436"/>
                  </a:lnTo>
                  <a:lnTo>
                    <a:pt x="56218" y="11691"/>
                  </a:lnTo>
                  <a:lnTo>
                    <a:pt x="56601" y="11947"/>
                  </a:lnTo>
                  <a:lnTo>
                    <a:pt x="56793" y="12011"/>
                  </a:lnTo>
                  <a:lnTo>
                    <a:pt x="56985" y="12011"/>
                  </a:lnTo>
                  <a:lnTo>
                    <a:pt x="56985" y="12011"/>
                  </a:lnTo>
                  <a:lnTo>
                    <a:pt x="57176" y="12011"/>
                  </a:lnTo>
                  <a:lnTo>
                    <a:pt x="57368" y="11947"/>
                  </a:lnTo>
                  <a:lnTo>
                    <a:pt x="57560" y="11819"/>
                  </a:lnTo>
                  <a:lnTo>
                    <a:pt x="57751" y="11691"/>
                  </a:lnTo>
                  <a:lnTo>
                    <a:pt x="57879" y="11500"/>
                  </a:lnTo>
                  <a:lnTo>
                    <a:pt x="57943" y="11372"/>
                  </a:lnTo>
                  <a:lnTo>
                    <a:pt x="58007" y="11116"/>
                  </a:lnTo>
                  <a:lnTo>
                    <a:pt x="58071" y="10925"/>
                  </a:lnTo>
                  <a:lnTo>
                    <a:pt x="58071" y="10925"/>
                  </a:lnTo>
                  <a:lnTo>
                    <a:pt x="58007" y="10605"/>
                  </a:lnTo>
                  <a:lnTo>
                    <a:pt x="57879" y="10286"/>
                  </a:lnTo>
                  <a:lnTo>
                    <a:pt x="57623" y="10094"/>
                  </a:lnTo>
                  <a:lnTo>
                    <a:pt x="57368" y="9903"/>
                  </a:lnTo>
                  <a:lnTo>
                    <a:pt x="58007" y="8817"/>
                  </a:lnTo>
                  <a:lnTo>
                    <a:pt x="62542" y="895"/>
                  </a:lnTo>
                  <a:lnTo>
                    <a:pt x="62542" y="895"/>
                  </a:lnTo>
                  <a:lnTo>
                    <a:pt x="62798" y="959"/>
                  </a:lnTo>
                  <a:lnTo>
                    <a:pt x="6299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9">
              <a:extLst>
                <a:ext uri="{FF2B5EF4-FFF2-40B4-BE49-F238E27FC236}">
                  <a16:creationId xmlns:a16="http://schemas.microsoft.com/office/drawing/2014/main" id="{711B4EDB-0B8B-71DE-4DDF-844433E81122}"/>
                </a:ext>
              </a:extLst>
            </p:cNvPr>
            <p:cNvSpPr/>
            <p:nvPr/>
          </p:nvSpPr>
          <p:spPr>
            <a:xfrm>
              <a:off x="2354850" y="-1076800"/>
              <a:ext cx="605325" cy="544625"/>
            </a:xfrm>
            <a:custGeom>
              <a:avLst/>
              <a:gdLst/>
              <a:ahLst/>
              <a:cxnLst/>
              <a:rect l="l" t="t" r="r" b="b"/>
              <a:pathLst>
                <a:path w="24213" h="21785" fill="none" extrusionOk="0">
                  <a:moveTo>
                    <a:pt x="5750" y="959"/>
                  </a:moveTo>
                  <a:lnTo>
                    <a:pt x="5750" y="959"/>
                  </a:lnTo>
                  <a:lnTo>
                    <a:pt x="5942" y="895"/>
                  </a:lnTo>
                  <a:lnTo>
                    <a:pt x="6134" y="895"/>
                  </a:lnTo>
                  <a:lnTo>
                    <a:pt x="6453" y="640"/>
                  </a:lnTo>
                  <a:lnTo>
                    <a:pt x="6709" y="384"/>
                  </a:lnTo>
                  <a:lnTo>
                    <a:pt x="6773" y="1"/>
                  </a:lnTo>
                  <a:lnTo>
                    <a:pt x="17377" y="1"/>
                  </a:lnTo>
                  <a:lnTo>
                    <a:pt x="17377" y="1"/>
                  </a:lnTo>
                  <a:lnTo>
                    <a:pt x="17505" y="384"/>
                  </a:lnTo>
                  <a:lnTo>
                    <a:pt x="17697" y="704"/>
                  </a:lnTo>
                  <a:lnTo>
                    <a:pt x="18080" y="895"/>
                  </a:lnTo>
                  <a:lnTo>
                    <a:pt x="18272" y="959"/>
                  </a:lnTo>
                  <a:lnTo>
                    <a:pt x="18463" y="959"/>
                  </a:lnTo>
                  <a:lnTo>
                    <a:pt x="18463" y="959"/>
                  </a:lnTo>
                  <a:lnTo>
                    <a:pt x="18655" y="959"/>
                  </a:lnTo>
                  <a:lnTo>
                    <a:pt x="18910" y="831"/>
                  </a:lnTo>
                  <a:lnTo>
                    <a:pt x="24213" y="10031"/>
                  </a:lnTo>
                  <a:lnTo>
                    <a:pt x="24213" y="10031"/>
                  </a:lnTo>
                  <a:lnTo>
                    <a:pt x="24021" y="10158"/>
                  </a:lnTo>
                  <a:lnTo>
                    <a:pt x="23829" y="10414"/>
                  </a:lnTo>
                  <a:lnTo>
                    <a:pt x="23766" y="10605"/>
                  </a:lnTo>
                  <a:lnTo>
                    <a:pt x="23702" y="10925"/>
                  </a:lnTo>
                  <a:lnTo>
                    <a:pt x="23702" y="10925"/>
                  </a:lnTo>
                  <a:lnTo>
                    <a:pt x="23766" y="11180"/>
                  </a:lnTo>
                  <a:lnTo>
                    <a:pt x="23829" y="11372"/>
                  </a:lnTo>
                  <a:lnTo>
                    <a:pt x="24021" y="11628"/>
                  </a:lnTo>
                  <a:lnTo>
                    <a:pt x="24213" y="11755"/>
                  </a:lnTo>
                  <a:lnTo>
                    <a:pt x="23957" y="12139"/>
                  </a:lnTo>
                  <a:lnTo>
                    <a:pt x="18974" y="20827"/>
                  </a:lnTo>
                  <a:lnTo>
                    <a:pt x="18974" y="20827"/>
                  </a:lnTo>
                  <a:lnTo>
                    <a:pt x="18783" y="20827"/>
                  </a:lnTo>
                  <a:lnTo>
                    <a:pt x="18783" y="20827"/>
                  </a:lnTo>
                  <a:lnTo>
                    <a:pt x="18591" y="20827"/>
                  </a:lnTo>
                  <a:lnTo>
                    <a:pt x="18399" y="20891"/>
                  </a:lnTo>
                  <a:lnTo>
                    <a:pt x="18016" y="21082"/>
                  </a:lnTo>
                  <a:lnTo>
                    <a:pt x="17824" y="21402"/>
                  </a:lnTo>
                  <a:lnTo>
                    <a:pt x="17697" y="21785"/>
                  </a:lnTo>
                  <a:lnTo>
                    <a:pt x="6836" y="21785"/>
                  </a:lnTo>
                  <a:lnTo>
                    <a:pt x="6836" y="21785"/>
                  </a:lnTo>
                  <a:lnTo>
                    <a:pt x="6709" y="21402"/>
                  </a:lnTo>
                  <a:lnTo>
                    <a:pt x="6453" y="21082"/>
                  </a:lnTo>
                  <a:lnTo>
                    <a:pt x="6134" y="20891"/>
                  </a:lnTo>
                  <a:lnTo>
                    <a:pt x="5942" y="20827"/>
                  </a:lnTo>
                  <a:lnTo>
                    <a:pt x="5750" y="20827"/>
                  </a:lnTo>
                  <a:lnTo>
                    <a:pt x="5750" y="20827"/>
                  </a:lnTo>
                  <a:lnTo>
                    <a:pt x="5495" y="20827"/>
                  </a:lnTo>
                  <a:lnTo>
                    <a:pt x="5303" y="20955"/>
                  </a:lnTo>
                  <a:lnTo>
                    <a:pt x="1" y="11755"/>
                  </a:lnTo>
                  <a:lnTo>
                    <a:pt x="1" y="11755"/>
                  </a:lnTo>
                  <a:lnTo>
                    <a:pt x="193" y="11628"/>
                  </a:lnTo>
                  <a:lnTo>
                    <a:pt x="320" y="11372"/>
                  </a:lnTo>
                  <a:lnTo>
                    <a:pt x="384" y="11180"/>
                  </a:lnTo>
                  <a:lnTo>
                    <a:pt x="448" y="10925"/>
                  </a:lnTo>
                  <a:lnTo>
                    <a:pt x="448" y="10925"/>
                  </a:lnTo>
                  <a:lnTo>
                    <a:pt x="384" y="10605"/>
                  </a:lnTo>
                  <a:lnTo>
                    <a:pt x="320" y="10414"/>
                  </a:lnTo>
                  <a:lnTo>
                    <a:pt x="193" y="10158"/>
                  </a:lnTo>
                  <a:lnTo>
                    <a:pt x="1" y="10031"/>
                  </a:lnTo>
                  <a:lnTo>
                    <a:pt x="5303" y="831"/>
                  </a:lnTo>
                  <a:lnTo>
                    <a:pt x="5303" y="831"/>
                  </a:lnTo>
                  <a:lnTo>
                    <a:pt x="5495" y="895"/>
                  </a:lnTo>
                  <a:lnTo>
                    <a:pt x="5750" y="959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9">
              <a:extLst>
                <a:ext uri="{FF2B5EF4-FFF2-40B4-BE49-F238E27FC236}">
                  <a16:creationId xmlns:a16="http://schemas.microsoft.com/office/drawing/2014/main" id="{CD1394CC-BBE9-E93D-4FBA-08BB75DE5293}"/>
                </a:ext>
              </a:extLst>
            </p:cNvPr>
            <p:cNvSpPr/>
            <p:nvPr/>
          </p:nvSpPr>
          <p:spPr>
            <a:xfrm>
              <a:off x="1874150" y="-1353075"/>
              <a:ext cx="608500" cy="546225"/>
            </a:xfrm>
            <a:custGeom>
              <a:avLst/>
              <a:gdLst/>
              <a:ahLst/>
              <a:cxnLst/>
              <a:rect l="l" t="t" r="r" b="b"/>
              <a:pathLst>
                <a:path w="24340" h="21849" fill="none" extrusionOk="0">
                  <a:moveTo>
                    <a:pt x="5877" y="1022"/>
                  </a:moveTo>
                  <a:lnTo>
                    <a:pt x="5877" y="1022"/>
                  </a:lnTo>
                  <a:lnTo>
                    <a:pt x="6069" y="958"/>
                  </a:lnTo>
                  <a:lnTo>
                    <a:pt x="6261" y="895"/>
                  </a:lnTo>
                  <a:lnTo>
                    <a:pt x="6580" y="703"/>
                  </a:lnTo>
                  <a:lnTo>
                    <a:pt x="6836" y="383"/>
                  </a:lnTo>
                  <a:lnTo>
                    <a:pt x="6963" y="0"/>
                  </a:lnTo>
                  <a:lnTo>
                    <a:pt x="17504" y="0"/>
                  </a:lnTo>
                  <a:lnTo>
                    <a:pt x="17504" y="0"/>
                  </a:lnTo>
                  <a:lnTo>
                    <a:pt x="17632" y="383"/>
                  </a:lnTo>
                  <a:lnTo>
                    <a:pt x="17887" y="703"/>
                  </a:lnTo>
                  <a:lnTo>
                    <a:pt x="18207" y="895"/>
                  </a:lnTo>
                  <a:lnTo>
                    <a:pt x="18398" y="958"/>
                  </a:lnTo>
                  <a:lnTo>
                    <a:pt x="18590" y="1022"/>
                  </a:lnTo>
                  <a:lnTo>
                    <a:pt x="18590" y="1022"/>
                  </a:lnTo>
                  <a:lnTo>
                    <a:pt x="18846" y="958"/>
                  </a:lnTo>
                  <a:lnTo>
                    <a:pt x="19037" y="895"/>
                  </a:lnTo>
                  <a:lnTo>
                    <a:pt x="24340" y="10030"/>
                  </a:lnTo>
                  <a:lnTo>
                    <a:pt x="24340" y="10030"/>
                  </a:lnTo>
                  <a:lnTo>
                    <a:pt x="24148" y="10221"/>
                  </a:lnTo>
                  <a:lnTo>
                    <a:pt x="24020" y="10413"/>
                  </a:lnTo>
                  <a:lnTo>
                    <a:pt x="23892" y="10669"/>
                  </a:lnTo>
                  <a:lnTo>
                    <a:pt x="23892" y="10924"/>
                  </a:lnTo>
                  <a:lnTo>
                    <a:pt x="23892" y="10924"/>
                  </a:lnTo>
                  <a:lnTo>
                    <a:pt x="23892" y="11180"/>
                  </a:lnTo>
                  <a:lnTo>
                    <a:pt x="24020" y="11435"/>
                  </a:lnTo>
                  <a:lnTo>
                    <a:pt x="24148" y="11627"/>
                  </a:lnTo>
                  <a:lnTo>
                    <a:pt x="24340" y="11819"/>
                  </a:lnTo>
                  <a:lnTo>
                    <a:pt x="19037" y="20954"/>
                  </a:lnTo>
                  <a:lnTo>
                    <a:pt x="19037" y="20954"/>
                  </a:lnTo>
                  <a:lnTo>
                    <a:pt x="18846" y="20890"/>
                  </a:lnTo>
                  <a:lnTo>
                    <a:pt x="18590" y="20890"/>
                  </a:lnTo>
                  <a:lnTo>
                    <a:pt x="18590" y="20890"/>
                  </a:lnTo>
                  <a:lnTo>
                    <a:pt x="18398" y="20890"/>
                  </a:lnTo>
                  <a:lnTo>
                    <a:pt x="18207" y="20954"/>
                  </a:lnTo>
                  <a:lnTo>
                    <a:pt x="17887" y="21145"/>
                  </a:lnTo>
                  <a:lnTo>
                    <a:pt x="17632" y="21465"/>
                  </a:lnTo>
                  <a:lnTo>
                    <a:pt x="17504" y="21848"/>
                  </a:lnTo>
                  <a:lnTo>
                    <a:pt x="6963" y="21848"/>
                  </a:lnTo>
                  <a:lnTo>
                    <a:pt x="6963" y="21848"/>
                  </a:lnTo>
                  <a:lnTo>
                    <a:pt x="6836" y="21465"/>
                  </a:lnTo>
                  <a:lnTo>
                    <a:pt x="6580" y="21145"/>
                  </a:lnTo>
                  <a:lnTo>
                    <a:pt x="6261" y="20954"/>
                  </a:lnTo>
                  <a:lnTo>
                    <a:pt x="6069" y="20890"/>
                  </a:lnTo>
                  <a:lnTo>
                    <a:pt x="5877" y="20890"/>
                  </a:lnTo>
                  <a:lnTo>
                    <a:pt x="5877" y="20890"/>
                  </a:lnTo>
                  <a:lnTo>
                    <a:pt x="5622" y="20890"/>
                  </a:lnTo>
                  <a:lnTo>
                    <a:pt x="5430" y="20954"/>
                  </a:lnTo>
                  <a:lnTo>
                    <a:pt x="0" y="11563"/>
                  </a:lnTo>
                  <a:lnTo>
                    <a:pt x="0" y="11563"/>
                  </a:lnTo>
                  <a:lnTo>
                    <a:pt x="256" y="11435"/>
                  </a:lnTo>
                  <a:lnTo>
                    <a:pt x="447" y="11180"/>
                  </a:lnTo>
                  <a:lnTo>
                    <a:pt x="575" y="10924"/>
                  </a:lnTo>
                  <a:lnTo>
                    <a:pt x="575" y="10605"/>
                  </a:lnTo>
                  <a:lnTo>
                    <a:pt x="575" y="10605"/>
                  </a:lnTo>
                  <a:lnTo>
                    <a:pt x="575" y="10413"/>
                  </a:lnTo>
                  <a:lnTo>
                    <a:pt x="511" y="10158"/>
                  </a:lnTo>
                  <a:lnTo>
                    <a:pt x="383" y="9966"/>
                  </a:lnTo>
                  <a:lnTo>
                    <a:pt x="256" y="9838"/>
                  </a:lnTo>
                  <a:lnTo>
                    <a:pt x="5430" y="895"/>
                  </a:lnTo>
                  <a:lnTo>
                    <a:pt x="5430" y="895"/>
                  </a:lnTo>
                  <a:lnTo>
                    <a:pt x="5622" y="958"/>
                  </a:lnTo>
                  <a:lnTo>
                    <a:pt x="5877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9">
              <a:extLst>
                <a:ext uri="{FF2B5EF4-FFF2-40B4-BE49-F238E27FC236}">
                  <a16:creationId xmlns:a16="http://schemas.microsoft.com/office/drawing/2014/main" id="{AD7D353E-901C-DB13-AB8A-02BF39114E86}"/>
                </a:ext>
              </a:extLst>
            </p:cNvPr>
            <p:cNvSpPr/>
            <p:nvPr/>
          </p:nvSpPr>
          <p:spPr>
            <a:xfrm>
              <a:off x="2830800" y="-1353075"/>
              <a:ext cx="606900" cy="546225"/>
            </a:xfrm>
            <a:custGeom>
              <a:avLst/>
              <a:gdLst/>
              <a:ahLst/>
              <a:cxnLst/>
              <a:rect l="l" t="t" r="r" b="b"/>
              <a:pathLst>
                <a:path w="24276" h="21849" fill="none" extrusionOk="0">
                  <a:moveTo>
                    <a:pt x="5750" y="1022"/>
                  </a:moveTo>
                  <a:lnTo>
                    <a:pt x="5750" y="1022"/>
                  </a:lnTo>
                  <a:lnTo>
                    <a:pt x="5941" y="958"/>
                  </a:lnTo>
                  <a:lnTo>
                    <a:pt x="6133" y="895"/>
                  </a:lnTo>
                  <a:lnTo>
                    <a:pt x="6516" y="703"/>
                  </a:lnTo>
                  <a:lnTo>
                    <a:pt x="6708" y="383"/>
                  </a:lnTo>
                  <a:lnTo>
                    <a:pt x="6836" y="0"/>
                  </a:lnTo>
                  <a:lnTo>
                    <a:pt x="17440" y="0"/>
                  </a:lnTo>
                  <a:lnTo>
                    <a:pt x="17440" y="0"/>
                  </a:lnTo>
                  <a:lnTo>
                    <a:pt x="17504" y="383"/>
                  </a:lnTo>
                  <a:lnTo>
                    <a:pt x="17760" y="703"/>
                  </a:lnTo>
                  <a:lnTo>
                    <a:pt x="18079" y="895"/>
                  </a:lnTo>
                  <a:lnTo>
                    <a:pt x="18271" y="958"/>
                  </a:lnTo>
                  <a:lnTo>
                    <a:pt x="18462" y="1022"/>
                  </a:lnTo>
                  <a:lnTo>
                    <a:pt x="18462" y="1022"/>
                  </a:lnTo>
                  <a:lnTo>
                    <a:pt x="18718" y="958"/>
                  </a:lnTo>
                  <a:lnTo>
                    <a:pt x="18910" y="895"/>
                  </a:lnTo>
                  <a:lnTo>
                    <a:pt x="24276" y="10158"/>
                  </a:lnTo>
                  <a:lnTo>
                    <a:pt x="24276" y="10158"/>
                  </a:lnTo>
                  <a:lnTo>
                    <a:pt x="24148" y="10285"/>
                  </a:lnTo>
                  <a:lnTo>
                    <a:pt x="24020" y="10477"/>
                  </a:lnTo>
                  <a:lnTo>
                    <a:pt x="23956" y="10732"/>
                  </a:lnTo>
                  <a:lnTo>
                    <a:pt x="23956" y="10924"/>
                  </a:lnTo>
                  <a:lnTo>
                    <a:pt x="23956" y="10924"/>
                  </a:lnTo>
                  <a:lnTo>
                    <a:pt x="23956" y="11180"/>
                  </a:lnTo>
                  <a:lnTo>
                    <a:pt x="24020" y="11371"/>
                  </a:lnTo>
                  <a:lnTo>
                    <a:pt x="24148" y="11563"/>
                  </a:lnTo>
                  <a:lnTo>
                    <a:pt x="24276" y="11691"/>
                  </a:lnTo>
                  <a:lnTo>
                    <a:pt x="21337" y="16801"/>
                  </a:lnTo>
                  <a:lnTo>
                    <a:pt x="18910" y="20954"/>
                  </a:lnTo>
                  <a:lnTo>
                    <a:pt x="18910" y="20954"/>
                  </a:lnTo>
                  <a:lnTo>
                    <a:pt x="18718" y="20890"/>
                  </a:lnTo>
                  <a:lnTo>
                    <a:pt x="18462" y="20890"/>
                  </a:lnTo>
                  <a:lnTo>
                    <a:pt x="18462" y="20890"/>
                  </a:lnTo>
                  <a:lnTo>
                    <a:pt x="18271" y="20890"/>
                  </a:lnTo>
                  <a:lnTo>
                    <a:pt x="18079" y="20954"/>
                  </a:lnTo>
                  <a:lnTo>
                    <a:pt x="17760" y="21145"/>
                  </a:lnTo>
                  <a:lnTo>
                    <a:pt x="17504" y="21465"/>
                  </a:lnTo>
                  <a:lnTo>
                    <a:pt x="17440" y="21848"/>
                  </a:lnTo>
                  <a:lnTo>
                    <a:pt x="6836" y="21848"/>
                  </a:lnTo>
                  <a:lnTo>
                    <a:pt x="6836" y="21848"/>
                  </a:lnTo>
                  <a:lnTo>
                    <a:pt x="6708" y="21465"/>
                  </a:lnTo>
                  <a:lnTo>
                    <a:pt x="6516" y="21145"/>
                  </a:lnTo>
                  <a:lnTo>
                    <a:pt x="6133" y="20954"/>
                  </a:lnTo>
                  <a:lnTo>
                    <a:pt x="5941" y="20890"/>
                  </a:lnTo>
                  <a:lnTo>
                    <a:pt x="5750" y="20890"/>
                  </a:lnTo>
                  <a:lnTo>
                    <a:pt x="5750" y="20890"/>
                  </a:lnTo>
                  <a:lnTo>
                    <a:pt x="5558" y="20890"/>
                  </a:lnTo>
                  <a:lnTo>
                    <a:pt x="5302" y="20954"/>
                  </a:lnTo>
                  <a:lnTo>
                    <a:pt x="0" y="11819"/>
                  </a:lnTo>
                  <a:lnTo>
                    <a:pt x="0" y="11819"/>
                  </a:lnTo>
                  <a:lnTo>
                    <a:pt x="192" y="11627"/>
                  </a:lnTo>
                  <a:lnTo>
                    <a:pt x="383" y="11435"/>
                  </a:lnTo>
                  <a:lnTo>
                    <a:pt x="447" y="11180"/>
                  </a:lnTo>
                  <a:lnTo>
                    <a:pt x="511" y="10924"/>
                  </a:lnTo>
                  <a:lnTo>
                    <a:pt x="511" y="10924"/>
                  </a:lnTo>
                  <a:lnTo>
                    <a:pt x="447" y="10669"/>
                  </a:lnTo>
                  <a:lnTo>
                    <a:pt x="383" y="10413"/>
                  </a:lnTo>
                  <a:lnTo>
                    <a:pt x="192" y="10221"/>
                  </a:lnTo>
                  <a:lnTo>
                    <a:pt x="0" y="10030"/>
                  </a:lnTo>
                  <a:lnTo>
                    <a:pt x="5175" y="1150"/>
                  </a:lnTo>
                  <a:lnTo>
                    <a:pt x="5302" y="895"/>
                  </a:lnTo>
                  <a:lnTo>
                    <a:pt x="5302" y="895"/>
                  </a:lnTo>
                  <a:lnTo>
                    <a:pt x="5558" y="958"/>
                  </a:lnTo>
                  <a:lnTo>
                    <a:pt x="5750" y="102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9">
              <a:extLst>
                <a:ext uri="{FF2B5EF4-FFF2-40B4-BE49-F238E27FC236}">
                  <a16:creationId xmlns:a16="http://schemas.microsoft.com/office/drawing/2014/main" id="{76A5CB6F-C2F4-9CE1-AD07-84D74B63005A}"/>
                </a:ext>
              </a:extLst>
            </p:cNvPr>
            <p:cNvSpPr/>
            <p:nvPr/>
          </p:nvSpPr>
          <p:spPr>
            <a:xfrm>
              <a:off x="1067625" y="-1658125"/>
              <a:ext cx="2887550" cy="2526600"/>
            </a:xfrm>
            <a:custGeom>
              <a:avLst/>
              <a:gdLst/>
              <a:ahLst/>
              <a:cxnLst/>
              <a:rect l="l" t="t" r="r" b="b"/>
              <a:pathLst>
                <a:path w="115502" h="101064" fill="none" extrusionOk="0">
                  <a:moveTo>
                    <a:pt x="69952" y="1"/>
                  </a:moveTo>
                  <a:lnTo>
                    <a:pt x="69952" y="1"/>
                  </a:lnTo>
                  <a:lnTo>
                    <a:pt x="69761" y="64"/>
                  </a:lnTo>
                  <a:lnTo>
                    <a:pt x="69569" y="128"/>
                  </a:lnTo>
                  <a:lnTo>
                    <a:pt x="69186" y="320"/>
                  </a:lnTo>
                  <a:lnTo>
                    <a:pt x="68994" y="639"/>
                  </a:lnTo>
                  <a:lnTo>
                    <a:pt x="68866" y="1023"/>
                  </a:lnTo>
                  <a:lnTo>
                    <a:pt x="57239" y="1023"/>
                  </a:lnTo>
                  <a:lnTo>
                    <a:pt x="57239" y="1214"/>
                  </a:lnTo>
                  <a:lnTo>
                    <a:pt x="68866" y="1214"/>
                  </a:lnTo>
                  <a:lnTo>
                    <a:pt x="68866" y="1214"/>
                  </a:lnTo>
                  <a:lnTo>
                    <a:pt x="68994" y="1598"/>
                  </a:lnTo>
                  <a:lnTo>
                    <a:pt x="69186" y="1917"/>
                  </a:lnTo>
                  <a:lnTo>
                    <a:pt x="69569" y="2109"/>
                  </a:lnTo>
                  <a:lnTo>
                    <a:pt x="69761" y="2173"/>
                  </a:lnTo>
                  <a:lnTo>
                    <a:pt x="69952" y="2173"/>
                  </a:lnTo>
                  <a:lnTo>
                    <a:pt x="69952" y="2173"/>
                  </a:lnTo>
                  <a:lnTo>
                    <a:pt x="70144" y="2173"/>
                  </a:lnTo>
                  <a:lnTo>
                    <a:pt x="70399" y="2109"/>
                  </a:lnTo>
                  <a:lnTo>
                    <a:pt x="75702" y="11244"/>
                  </a:lnTo>
                  <a:lnTo>
                    <a:pt x="75702" y="11244"/>
                  </a:lnTo>
                  <a:lnTo>
                    <a:pt x="75510" y="11436"/>
                  </a:lnTo>
                  <a:lnTo>
                    <a:pt x="75318" y="11627"/>
                  </a:lnTo>
                  <a:lnTo>
                    <a:pt x="75255" y="11883"/>
                  </a:lnTo>
                  <a:lnTo>
                    <a:pt x="75191" y="12138"/>
                  </a:lnTo>
                  <a:lnTo>
                    <a:pt x="75191" y="12138"/>
                  </a:lnTo>
                  <a:lnTo>
                    <a:pt x="75255" y="12394"/>
                  </a:lnTo>
                  <a:lnTo>
                    <a:pt x="75318" y="12649"/>
                  </a:lnTo>
                  <a:lnTo>
                    <a:pt x="75510" y="12841"/>
                  </a:lnTo>
                  <a:lnTo>
                    <a:pt x="75702" y="12969"/>
                  </a:lnTo>
                  <a:lnTo>
                    <a:pt x="73019" y="17568"/>
                  </a:lnTo>
                  <a:lnTo>
                    <a:pt x="70399" y="22168"/>
                  </a:lnTo>
                  <a:lnTo>
                    <a:pt x="70399" y="22168"/>
                  </a:lnTo>
                  <a:lnTo>
                    <a:pt x="70144" y="22104"/>
                  </a:lnTo>
                  <a:lnTo>
                    <a:pt x="69952" y="22040"/>
                  </a:lnTo>
                  <a:lnTo>
                    <a:pt x="69952" y="22040"/>
                  </a:lnTo>
                  <a:lnTo>
                    <a:pt x="69761" y="22040"/>
                  </a:lnTo>
                  <a:lnTo>
                    <a:pt x="69505" y="22104"/>
                  </a:lnTo>
                  <a:lnTo>
                    <a:pt x="69186" y="22360"/>
                  </a:lnTo>
                  <a:lnTo>
                    <a:pt x="68994" y="22679"/>
                  </a:lnTo>
                  <a:lnTo>
                    <a:pt x="68866" y="23062"/>
                  </a:lnTo>
                  <a:lnTo>
                    <a:pt x="58262" y="23062"/>
                  </a:lnTo>
                  <a:lnTo>
                    <a:pt x="58262" y="23062"/>
                  </a:lnTo>
                  <a:lnTo>
                    <a:pt x="58262" y="22807"/>
                  </a:lnTo>
                  <a:lnTo>
                    <a:pt x="58198" y="22615"/>
                  </a:lnTo>
                  <a:lnTo>
                    <a:pt x="57942" y="22296"/>
                  </a:lnTo>
                  <a:lnTo>
                    <a:pt x="57623" y="22104"/>
                  </a:lnTo>
                  <a:lnTo>
                    <a:pt x="57431" y="22040"/>
                  </a:lnTo>
                  <a:lnTo>
                    <a:pt x="57239" y="22040"/>
                  </a:lnTo>
                  <a:lnTo>
                    <a:pt x="57239" y="22040"/>
                  </a:lnTo>
                  <a:lnTo>
                    <a:pt x="56984" y="22040"/>
                  </a:lnTo>
                  <a:lnTo>
                    <a:pt x="56728" y="22168"/>
                  </a:lnTo>
                  <a:lnTo>
                    <a:pt x="55706" y="20379"/>
                  </a:lnTo>
                  <a:lnTo>
                    <a:pt x="51490" y="12969"/>
                  </a:lnTo>
                  <a:lnTo>
                    <a:pt x="51490" y="12969"/>
                  </a:lnTo>
                  <a:lnTo>
                    <a:pt x="51682" y="12841"/>
                  </a:lnTo>
                  <a:lnTo>
                    <a:pt x="51809" y="12649"/>
                  </a:lnTo>
                  <a:lnTo>
                    <a:pt x="51873" y="12394"/>
                  </a:lnTo>
                  <a:lnTo>
                    <a:pt x="51937" y="12138"/>
                  </a:lnTo>
                  <a:lnTo>
                    <a:pt x="51937" y="12138"/>
                  </a:lnTo>
                  <a:lnTo>
                    <a:pt x="51937" y="11883"/>
                  </a:lnTo>
                  <a:lnTo>
                    <a:pt x="51873" y="11691"/>
                  </a:lnTo>
                  <a:lnTo>
                    <a:pt x="51745" y="11499"/>
                  </a:lnTo>
                  <a:lnTo>
                    <a:pt x="51618" y="11372"/>
                  </a:lnTo>
                  <a:lnTo>
                    <a:pt x="51490" y="11244"/>
                  </a:lnTo>
                  <a:lnTo>
                    <a:pt x="51298" y="11116"/>
                  </a:lnTo>
                  <a:lnTo>
                    <a:pt x="51043" y="11052"/>
                  </a:lnTo>
                  <a:lnTo>
                    <a:pt x="50851" y="11052"/>
                  </a:lnTo>
                  <a:lnTo>
                    <a:pt x="50851" y="11052"/>
                  </a:lnTo>
                  <a:lnTo>
                    <a:pt x="50659" y="11052"/>
                  </a:lnTo>
                  <a:lnTo>
                    <a:pt x="50468" y="11116"/>
                  </a:lnTo>
                  <a:lnTo>
                    <a:pt x="50148" y="11308"/>
                  </a:lnTo>
                  <a:lnTo>
                    <a:pt x="49893" y="11627"/>
                  </a:lnTo>
                  <a:lnTo>
                    <a:pt x="49765" y="12011"/>
                  </a:lnTo>
                  <a:lnTo>
                    <a:pt x="39224" y="12011"/>
                  </a:lnTo>
                  <a:lnTo>
                    <a:pt x="39224" y="12011"/>
                  </a:lnTo>
                  <a:lnTo>
                    <a:pt x="39097" y="11627"/>
                  </a:lnTo>
                  <a:lnTo>
                    <a:pt x="38841" y="11308"/>
                  </a:lnTo>
                  <a:lnTo>
                    <a:pt x="38522" y="11116"/>
                  </a:lnTo>
                  <a:lnTo>
                    <a:pt x="38330" y="11052"/>
                  </a:lnTo>
                  <a:lnTo>
                    <a:pt x="38138" y="11052"/>
                  </a:lnTo>
                  <a:lnTo>
                    <a:pt x="38138" y="11052"/>
                  </a:lnTo>
                  <a:lnTo>
                    <a:pt x="37883" y="11052"/>
                  </a:lnTo>
                  <a:lnTo>
                    <a:pt x="37691" y="11116"/>
                  </a:lnTo>
                  <a:lnTo>
                    <a:pt x="31878" y="1023"/>
                  </a:lnTo>
                  <a:lnTo>
                    <a:pt x="31686" y="1150"/>
                  </a:lnTo>
                  <a:lnTo>
                    <a:pt x="37499" y="11244"/>
                  </a:lnTo>
                  <a:lnTo>
                    <a:pt x="37499" y="11244"/>
                  </a:lnTo>
                  <a:lnTo>
                    <a:pt x="37308" y="11436"/>
                  </a:lnTo>
                  <a:lnTo>
                    <a:pt x="37180" y="11627"/>
                  </a:lnTo>
                  <a:lnTo>
                    <a:pt x="37116" y="11883"/>
                  </a:lnTo>
                  <a:lnTo>
                    <a:pt x="37052" y="12138"/>
                  </a:lnTo>
                  <a:lnTo>
                    <a:pt x="37052" y="12138"/>
                  </a:lnTo>
                  <a:lnTo>
                    <a:pt x="37116" y="12394"/>
                  </a:lnTo>
                  <a:lnTo>
                    <a:pt x="37180" y="12649"/>
                  </a:lnTo>
                  <a:lnTo>
                    <a:pt x="37308" y="12841"/>
                  </a:lnTo>
                  <a:lnTo>
                    <a:pt x="37499" y="12969"/>
                  </a:lnTo>
                  <a:lnTo>
                    <a:pt x="32389" y="21912"/>
                  </a:lnTo>
                  <a:lnTo>
                    <a:pt x="32389" y="21912"/>
                  </a:lnTo>
                  <a:lnTo>
                    <a:pt x="32069" y="21785"/>
                  </a:lnTo>
                  <a:lnTo>
                    <a:pt x="31750" y="21721"/>
                  </a:lnTo>
                  <a:lnTo>
                    <a:pt x="31750" y="21721"/>
                  </a:lnTo>
                  <a:lnTo>
                    <a:pt x="31558" y="21721"/>
                  </a:lnTo>
                  <a:lnTo>
                    <a:pt x="31367" y="21785"/>
                  </a:lnTo>
                  <a:lnTo>
                    <a:pt x="31175" y="21912"/>
                  </a:lnTo>
                  <a:lnTo>
                    <a:pt x="30983" y="22040"/>
                  </a:lnTo>
                  <a:lnTo>
                    <a:pt x="30856" y="22232"/>
                  </a:lnTo>
                  <a:lnTo>
                    <a:pt x="30792" y="22360"/>
                  </a:lnTo>
                  <a:lnTo>
                    <a:pt x="30728" y="22615"/>
                  </a:lnTo>
                  <a:lnTo>
                    <a:pt x="30728" y="22807"/>
                  </a:lnTo>
                  <a:lnTo>
                    <a:pt x="30728" y="22807"/>
                  </a:lnTo>
                  <a:lnTo>
                    <a:pt x="30728" y="23062"/>
                  </a:lnTo>
                  <a:lnTo>
                    <a:pt x="19037" y="23062"/>
                  </a:lnTo>
                  <a:lnTo>
                    <a:pt x="19037" y="23062"/>
                  </a:lnTo>
                  <a:lnTo>
                    <a:pt x="19037" y="23254"/>
                  </a:lnTo>
                  <a:lnTo>
                    <a:pt x="19037" y="23254"/>
                  </a:lnTo>
                  <a:lnTo>
                    <a:pt x="30792" y="23254"/>
                  </a:lnTo>
                  <a:lnTo>
                    <a:pt x="30792" y="23254"/>
                  </a:lnTo>
                  <a:lnTo>
                    <a:pt x="30920" y="23509"/>
                  </a:lnTo>
                  <a:lnTo>
                    <a:pt x="31175" y="23701"/>
                  </a:lnTo>
                  <a:lnTo>
                    <a:pt x="31431" y="23829"/>
                  </a:lnTo>
                  <a:lnTo>
                    <a:pt x="31750" y="23893"/>
                  </a:lnTo>
                  <a:lnTo>
                    <a:pt x="31750" y="23893"/>
                  </a:lnTo>
                  <a:lnTo>
                    <a:pt x="32069" y="23829"/>
                  </a:lnTo>
                  <a:lnTo>
                    <a:pt x="37499" y="33284"/>
                  </a:lnTo>
                  <a:lnTo>
                    <a:pt x="37499" y="33284"/>
                  </a:lnTo>
                  <a:lnTo>
                    <a:pt x="37308" y="33411"/>
                  </a:lnTo>
                  <a:lnTo>
                    <a:pt x="37180" y="33667"/>
                  </a:lnTo>
                  <a:lnTo>
                    <a:pt x="37116" y="33858"/>
                  </a:lnTo>
                  <a:lnTo>
                    <a:pt x="37052" y="34178"/>
                  </a:lnTo>
                  <a:lnTo>
                    <a:pt x="37052" y="34178"/>
                  </a:lnTo>
                  <a:lnTo>
                    <a:pt x="37116" y="34433"/>
                  </a:lnTo>
                  <a:lnTo>
                    <a:pt x="37180" y="34625"/>
                  </a:lnTo>
                  <a:lnTo>
                    <a:pt x="37308" y="34881"/>
                  </a:lnTo>
                  <a:lnTo>
                    <a:pt x="37499" y="35008"/>
                  </a:lnTo>
                  <a:lnTo>
                    <a:pt x="32580" y="43633"/>
                  </a:lnTo>
                  <a:lnTo>
                    <a:pt x="32261" y="44144"/>
                  </a:lnTo>
                  <a:lnTo>
                    <a:pt x="32261" y="44144"/>
                  </a:lnTo>
                  <a:lnTo>
                    <a:pt x="32006" y="44080"/>
                  </a:lnTo>
                  <a:lnTo>
                    <a:pt x="31750" y="44080"/>
                  </a:lnTo>
                  <a:lnTo>
                    <a:pt x="31750" y="44080"/>
                  </a:lnTo>
                  <a:lnTo>
                    <a:pt x="31558" y="44080"/>
                  </a:lnTo>
                  <a:lnTo>
                    <a:pt x="31367" y="44144"/>
                  </a:lnTo>
                  <a:lnTo>
                    <a:pt x="31047" y="44335"/>
                  </a:lnTo>
                  <a:lnTo>
                    <a:pt x="30792" y="44655"/>
                  </a:lnTo>
                  <a:lnTo>
                    <a:pt x="30728" y="45038"/>
                  </a:lnTo>
                  <a:lnTo>
                    <a:pt x="20059" y="45038"/>
                  </a:lnTo>
                  <a:lnTo>
                    <a:pt x="20059" y="45038"/>
                  </a:lnTo>
                  <a:lnTo>
                    <a:pt x="20059" y="44846"/>
                  </a:lnTo>
                  <a:lnTo>
                    <a:pt x="19995" y="44655"/>
                  </a:lnTo>
                  <a:lnTo>
                    <a:pt x="19868" y="44463"/>
                  </a:lnTo>
                  <a:lnTo>
                    <a:pt x="19740" y="44271"/>
                  </a:lnTo>
                  <a:lnTo>
                    <a:pt x="19612" y="44144"/>
                  </a:lnTo>
                  <a:lnTo>
                    <a:pt x="19421" y="44080"/>
                  </a:lnTo>
                  <a:lnTo>
                    <a:pt x="19229" y="44016"/>
                  </a:lnTo>
                  <a:lnTo>
                    <a:pt x="18973" y="43952"/>
                  </a:lnTo>
                  <a:lnTo>
                    <a:pt x="18973" y="43952"/>
                  </a:lnTo>
                  <a:lnTo>
                    <a:pt x="18782" y="44016"/>
                  </a:lnTo>
                  <a:lnTo>
                    <a:pt x="18526" y="44080"/>
                  </a:lnTo>
                  <a:lnTo>
                    <a:pt x="12777" y="34114"/>
                  </a:lnTo>
                  <a:lnTo>
                    <a:pt x="12585" y="34178"/>
                  </a:lnTo>
                  <a:lnTo>
                    <a:pt x="18398" y="44144"/>
                  </a:lnTo>
                  <a:lnTo>
                    <a:pt x="18398" y="44144"/>
                  </a:lnTo>
                  <a:lnTo>
                    <a:pt x="18207" y="44335"/>
                  </a:lnTo>
                  <a:lnTo>
                    <a:pt x="18015" y="44527"/>
                  </a:lnTo>
                  <a:lnTo>
                    <a:pt x="17951" y="44782"/>
                  </a:lnTo>
                  <a:lnTo>
                    <a:pt x="17887" y="45038"/>
                  </a:lnTo>
                  <a:lnTo>
                    <a:pt x="17887" y="45038"/>
                  </a:lnTo>
                  <a:lnTo>
                    <a:pt x="17951" y="45357"/>
                  </a:lnTo>
                  <a:lnTo>
                    <a:pt x="18079" y="45613"/>
                  </a:lnTo>
                  <a:lnTo>
                    <a:pt x="18207" y="45805"/>
                  </a:lnTo>
                  <a:lnTo>
                    <a:pt x="18462" y="45996"/>
                  </a:lnTo>
                  <a:lnTo>
                    <a:pt x="13224" y="55004"/>
                  </a:lnTo>
                  <a:lnTo>
                    <a:pt x="13224" y="55004"/>
                  </a:lnTo>
                  <a:lnTo>
                    <a:pt x="12841" y="54940"/>
                  </a:lnTo>
                  <a:lnTo>
                    <a:pt x="12841" y="54940"/>
                  </a:lnTo>
                  <a:lnTo>
                    <a:pt x="12649" y="55004"/>
                  </a:lnTo>
                  <a:lnTo>
                    <a:pt x="12457" y="55068"/>
                  </a:lnTo>
                  <a:lnTo>
                    <a:pt x="12266" y="55132"/>
                  </a:lnTo>
                  <a:lnTo>
                    <a:pt x="12074" y="55259"/>
                  </a:lnTo>
                  <a:lnTo>
                    <a:pt x="11946" y="55451"/>
                  </a:lnTo>
                  <a:lnTo>
                    <a:pt x="11882" y="55643"/>
                  </a:lnTo>
                  <a:lnTo>
                    <a:pt x="11818" y="55834"/>
                  </a:lnTo>
                  <a:lnTo>
                    <a:pt x="11755" y="56026"/>
                  </a:lnTo>
                  <a:lnTo>
                    <a:pt x="11755" y="56090"/>
                  </a:lnTo>
                  <a:lnTo>
                    <a:pt x="0" y="56090"/>
                  </a:lnTo>
                  <a:lnTo>
                    <a:pt x="0" y="56281"/>
                  </a:lnTo>
                  <a:lnTo>
                    <a:pt x="11818" y="56281"/>
                  </a:lnTo>
                  <a:lnTo>
                    <a:pt x="11818" y="56281"/>
                  </a:lnTo>
                  <a:lnTo>
                    <a:pt x="11946" y="56601"/>
                  </a:lnTo>
                  <a:lnTo>
                    <a:pt x="12138" y="56856"/>
                  </a:lnTo>
                  <a:lnTo>
                    <a:pt x="12457" y="57048"/>
                  </a:lnTo>
                  <a:lnTo>
                    <a:pt x="12841" y="57112"/>
                  </a:lnTo>
                  <a:lnTo>
                    <a:pt x="12841" y="57112"/>
                  </a:lnTo>
                  <a:lnTo>
                    <a:pt x="13096" y="57112"/>
                  </a:lnTo>
                  <a:lnTo>
                    <a:pt x="18462" y="66311"/>
                  </a:lnTo>
                  <a:lnTo>
                    <a:pt x="18462" y="66311"/>
                  </a:lnTo>
                  <a:lnTo>
                    <a:pt x="18271" y="66503"/>
                  </a:lnTo>
                  <a:lnTo>
                    <a:pt x="18143" y="66694"/>
                  </a:lnTo>
                  <a:lnTo>
                    <a:pt x="18015" y="66950"/>
                  </a:lnTo>
                  <a:lnTo>
                    <a:pt x="18015" y="67205"/>
                  </a:lnTo>
                  <a:lnTo>
                    <a:pt x="18015" y="67205"/>
                  </a:lnTo>
                  <a:lnTo>
                    <a:pt x="18015" y="67397"/>
                  </a:lnTo>
                  <a:lnTo>
                    <a:pt x="18079" y="67589"/>
                  </a:lnTo>
                  <a:lnTo>
                    <a:pt x="18207" y="67780"/>
                  </a:lnTo>
                  <a:lnTo>
                    <a:pt x="18335" y="67972"/>
                  </a:lnTo>
                  <a:lnTo>
                    <a:pt x="18462" y="68100"/>
                  </a:lnTo>
                  <a:lnTo>
                    <a:pt x="18654" y="68164"/>
                  </a:lnTo>
                  <a:lnTo>
                    <a:pt x="18846" y="68228"/>
                  </a:lnTo>
                  <a:lnTo>
                    <a:pt x="19101" y="68291"/>
                  </a:lnTo>
                  <a:lnTo>
                    <a:pt x="19101" y="68291"/>
                  </a:lnTo>
                  <a:lnTo>
                    <a:pt x="19293" y="68228"/>
                  </a:lnTo>
                  <a:lnTo>
                    <a:pt x="19484" y="68228"/>
                  </a:lnTo>
                  <a:lnTo>
                    <a:pt x="19804" y="67972"/>
                  </a:lnTo>
                  <a:lnTo>
                    <a:pt x="20059" y="67653"/>
                  </a:lnTo>
                  <a:lnTo>
                    <a:pt x="20187" y="67269"/>
                  </a:lnTo>
                  <a:lnTo>
                    <a:pt x="30728" y="67269"/>
                  </a:lnTo>
                  <a:lnTo>
                    <a:pt x="30728" y="67269"/>
                  </a:lnTo>
                  <a:lnTo>
                    <a:pt x="30792" y="67653"/>
                  </a:lnTo>
                  <a:lnTo>
                    <a:pt x="31047" y="67972"/>
                  </a:lnTo>
                  <a:lnTo>
                    <a:pt x="31367" y="68228"/>
                  </a:lnTo>
                  <a:lnTo>
                    <a:pt x="31558" y="68228"/>
                  </a:lnTo>
                  <a:lnTo>
                    <a:pt x="31750" y="68291"/>
                  </a:lnTo>
                  <a:lnTo>
                    <a:pt x="31750" y="68291"/>
                  </a:lnTo>
                  <a:lnTo>
                    <a:pt x="32006" y="68228"/>
                  </a:lnTo>
                  <a:lnTo>
                    <a:pt x="32197" y="68164"/>
                  </a:lnTo>
                  <a:lnTo>
                    <a:pt x="37499" y="77363"/>
                  </a:lnTo>
                  <a:lnTo>
                    <a:pt x="37499" y="77363"/>
                  </a:lnTo>
                  <a:lnTo>
                    <a:pt x="37372" y="77491"/>
                  </a:lnTo>
                  <a:lnTo>
                    <a:pt x="37244" y="77746"/>
                  </a:lnTo>
                  <a:lnTo>
                    <a:pt x="37116" y="77938"/>
                  </a:lnTo>
                  <a:lnTo>
                    <a:pt x="37116" y="78193"/>
                  </a:lnTo>
                  <a:lnTo>
                    <a:pt x="37116" y="78193"/>
                  </a:lnTo>
                  <a:lnTo>
                    <a:pt x="37116" y="78449"/>
                  </a:lnTo>
                  <a:lnTo>
                    <a:pt x="37244" y="78704"/>
                  </a:lnTo>
                  <a:lnTo>
                    <a:pt x="37372" y="78896"/>
                  </a:lnTo>
                  <a:lnTo>
                    <a:pt x="37499" y="79088"/>
                  </a:lnTo>
                  <a:lnTo>
                    <a:pt x="35072" y="83240"/>
                  </a:lnTo>
                  <a:lnTo>
                    <a:pt x="31750" y="89117"/>
                  </a:lnTo>
                  <a:lnTo>
                    <a:pt x="19037" y="89117"/>
                  </a:lnTo>
                  <a:lnTo>
                    <a:pt x="19037" y="89309"/>
                  </a:lnTo>
                  <a:lnTo>
                    <a:pt x="31750" y="89309"/>
                  </a:lnTo>
                  <a:lnTo>
                    <a:pt x="37436" y="99211"/>
                  </a:lnTo>
                  <a:lnTo>
                    <a:pt x="37436" y="99211"/>
                  </a:lnTo>
                  <a:lnTo>
                    <a:pt x="37308" y="99339"/>
                  </a:lnTo>
                  <a:lnTo>
                    <a:pt x="37180" y="99530"/>
                  </a:lnTo>
                  <a:lnTo>
                    <a:pt x="37116" y="99722"/>
                  </a:lnTo>
                  <a:lnTo>
                    <a:pt x="37116" y="99977"/>
                  </a:lnTo>
                  <a:lnTo>
                    <a:pt x="37116" y="99977"/>
                  </a:lnTo>
                  <a:lnTo>
                    <a:pt x="37116" y="100169"/>
                  </a:lnTo>
                  <a:lnTo>
                    <a:pt x="37180" y="100361"/>
                  </a:lnTo>
                  <a:lnTo>
                    <a:pt x="37308" y="100552"/>
                  </a:lnTo>
                  <a:lnTo>
                    <a:pt x="37436" y="100744"/>
                  </a:lnTo>
                  <a:lnTo>
                    <a:pt x="37563" y="100872"/>
                  </a:lnTo>
                  <a:lnTo>
                    <a:pt x="37755" y="100936"/>
                  </a:lnTo>
                  <a:lnTo>
                    <a:pt x="37947" y="100999"/>
                  </a:lnTo>
                  <a:lnTo>
                    <a:pt x="38202" y="101063"/>
                  </a:lnTo>
                  <a:lnTo>
                    <a:pt x="38202" y="101063"/>
                  </a:lnTo>
                  <a:lnTo>
                    <a:pt x="38394" y="100999"/>
                  </a:lnTo>
                  <a:lnTo>
                    <a:pt x="38586" y="100936"/>
                  </a:lnTo>
                  <a:lnTo>
                    <a:pt x="38777" y="100872"/>
                  </a:lnTo>
                  <a:lnTo>
                    <a:pt x="38969" y="100744"/>
                  </a:lnTo>
                  <a:lnTo>
                    <a:pt x="39097" y="100552"/>
                  </a:lnTo>
                  <a:lnTo>
                    <a:pt x="39160" y="100361"/>
                  </a:lnTo>
                  <a:lnTo>
                    <a:pt x="39224" y="100169"/>
                  </a:lnTo>
                  <a:lnTo>
                    <a:pt x="39288" y="99977"/>
                  </a:lnTo>
                  <a:lnTo>
                    <a:pt x="39288" y="99977"/>
                  </a:lnTo>
                  <a:lnTo>
                    <a:pt x="39224" y="99722"/>
                  </a:lnTo>
                  <a:lnTo>
                    <a:pt x="39160" y="99530"/>
                  </a:lnTo>
                  <a:lnTo>
                    <a:pt x="39097" y="99339"/>
                  </a:lnTo>
                  <a:lnTo>
                    <a:pt x="38969" y="99211"/>
                  </a:lnTo>
                  <a:lnTo>
                    <a:pt x="38777" y="99083"/>
                  </a:lnTo>
                  <a:lnTo>
                    <a:pt x="38586" y="98955"/>
                  </a:lnTo>
                  <a:lnTo>
                    <a:pt x="38394" y="98891"/>
                  </a:lnTo>
                  <a:lnTo>
                    <a:pt x="38202" y="98891"/>
                  </a:lnTo>
                  <a:lnTo>
                    <a:pt x="38202" y="98891"/>
                  </a:lnTo>
                  <a:lnTo>
                    <a:pt x="37883" y="98955"/>
                  </a:lnTo>
                  <a:lnTo>
                    <a:pt x="37563" y="99083"/>
                  </a:lnTo>
                  <a:lnTo>
                    <a:pt x="31878" y="89181"/>
                  </a:lnTo>
                  <a:lnTo>
                    <a:pt x="34689" y="84326"/>
                  </a:lnTo>
                  <a:lnTo>
                    <a:pt x="37691" y="79151"/>
                  </a:lnTo>
                  <a:lnTo>
                    <a:pt x="37691" y="79151"/>
                  </a:lnTo>
                  <a:lnTo>
                    <a:pt x="37947" y="79279"/>
                  </a:lnTo>
                  <a:lnTo>
                    <a:pt x="38202" y="79279"/>
                  </a:lnTo>
                  <a:lnTo>
                    <a:pt x="38202" y="79279"/>
                  </a:lnTo>
                  <a:lnTo>
                    <a:pt x="38394" y="79279"/>
                  </a:lnTo>
                  <a:lnTo>
                    <a:pt x="38586" y="79215"/>
                  </a:lnTo>
                  <a:lnTo>
                    <a:pt x="38905" y="79024"/>
                  </a:lnTo>
                  <a:lnTo>
                    <a:pt x="39160" y="78704"/>
                  </a:lnTo>
                  <a:lnTo>
                    <a:pt x="39224" y="78321"/>
                  </a:lnTo>
                  <a:lnTo>
                    <a:pt x="49765" y="78321"/>
                  </a:lnTo>
                  <a:lnTo>
                    <a:pt x="49765" y="78321"/>
                  </a:lnTo>
                  <a:lnTo>
                    <a:pt x="49893" y="78704"/>
                  </a:lnTo>
                  <a:lnTo>
                    <a:pt x="50148" y="79024"/>
                  </a:lnTo>
                  <a:lnTo>
                    <a:pt x="50468" y="79215"/>
                  </a:lnTo>
                  <a:lnTo>
                    <a:pt x="50659" y="79279"/>
                  </a:lnTo>
                  <a:lnTo>
                    <a:pt x="50851" y="79279"/>
                  </a:lnTo>
                  <a:lnTo>
                    <a:pt x="50851" y="79279"/>
                  </a:lnTo>
                  <a:lnTo>
                    <a:pt x="51107" y="79279"/>
                  </a:lnTo>
                  <a:lnTo>
                    <a:pt x="51298" y="79151"/>
                  </a:lnTo>
                  <a:lnTo>
                    <a:pt x="56601" y="88415"/>
                  </a:lnTo>
                  <a:lnTo>
                    <a:pt x="56601" y="88415"/>
                  </a:lnTo>
                  <a:lnTo>
                    <a:pt x="56473" y="88542"/>
                  </a:lnTo>
                  <a:lnTo>
                    <a:pt x="56345" y="88734"/>
                  </a:lnTo>
                  <a:lnTo>
                    <a:pt x="56217" y="88989"/>
                  </a:lnTo>
                  <a:lnTo>
                    <a:pt x="56217" y="89245"/>
                  </a:lnTo>
                  <a:lnTo>
                    <a:pt x="56217" y="89245"/>
                  </a:lnTo>
                  <a:lnTo>
                    <a:pt x="56217" y="89437"/>
                  </a:lnTo>
                  <a:lnTo>
                    <a:pt x="56281" y="89692"/>
                  </a:lnTo>
                  <a:lnTo>
                    <a:pt x="56409" y="89820"/>
                  </a:lnTo>
                  <a:lnTo>
                    <a:pt x="56537" y="90012"/>
                  </a:lnTo>
                  <a:lnTo>
                    <a:pt x="56664" y="90139"/>
                  </a:lnTo>
                  <a:lnTo>
                    <a:pt x="56856" y="90267"/>
                  </a:lnTo>
                  <a:lnTo>
                    <a:pt x="57048" y="90331"/>
                  </a:lnTo>
                  <a:lnTo>
                    <a:pt x="57303" y="90331"/>
                  </a:lnTo>
                  <a:lnTo>
                    <a:pt x="57303" y="90331"/>
                  </a:lnTo>
                  <a:lnTo>
                    <a:pt x="57495" y="90331"/>
                  </a:lnTo>
                  <a:lnTo>
                    <a:pt x="57687" y="90267"/>
                  </a:lnTo>
                  <a:lnTo>
                    <a:pt x="57878" y="90139"/>
                  </a:lnTo>
                  <a:lnTo>
                    <a:pt x="58070" y="90012"/>
                  </a:lnTo>
                  <a:lnTo>
                    <a:pt x="58198" y="89820"/>
                  </a:lnTo>
                  <a:lnTo>
                    <a:pt x="58262" y="89692"/>
                  </a:lnTo>
                  <a:lnTo>
                    <a:pt x="58325" y="89437"/>
                  </a:lnTo>
                  <a:lnTo>
                    <a:pt x="58389" y="89245"/>
                  </a:lnTo>
                  <a:lnTo>
                    <a:pt x="58389" y="89245"/>
                  </a:lnTo>
                  <a:lnTo>
                    <a:pt x="58325" y="89053"/>
                  </a:lnTo>
                  <a:lnTo>
                    <a:pt x="58262" y="88798"/>
                  </a:lnTo>
                  <a:lnTo>
                    <a:pt x="58198" y="88670"/>
                  </a:lnTo>
                  <a:lnTo>
                    <a:pt x="58070" y="88478"/>
                  </a:lnTo>
                  <a:lnTo>
                    <a:pt x="57878" y="88351"/>
                  </a:lnTo>
                  <a:lnTo>
                    <a:pt x="57687" y="88223"/>
                  </a:lnTo>
                  <a:lnTo>
                    <a:pt x="57495" y="88159"/>
                  </a:lnTo>
                  <a:lnTo>
                    <a:pt x="57303" y="88159"/>
                  </a:lnTo>
                  <a:lnTo>
                    <a:pt x="57303" y="88159"/>
                  </a:lnTo>
                  <a:lnTo>
                    <a:pt x="57048" y="88223"/>
                  </a:lnTo>
                  <a:lnTo>
                    <a:pt x="56792" y="88287"/>
                  </a:lnTo>
                  <a:lnTo>
                    <a:pt x="51490" y="79088"/>
                  </a:lnTo>
                  <a:lnTo>
                    <a:pt x="51490" y="79088"/>
                  </a:lnTo>
                  <a:lnTo>
                    <a:pt x="51682" y="78896"/>
                  </a:lnTo>
                  <a:lnTo>
                    <a:pt x="51809" y="78704"/>
                  </a:lnTo>
                  <a:lnTo>
                    <a:pt x="51873" y="78449"/>
                  </a:lnTo>
                  <a:lnTo>
                    <a:pt x="51937" y="78193"/>
                  </a:lnTo>
                  <a:lnTo>
                    <a:pt x="51937" y="78193"/>
                  </a:lnTo>
                  <a:lnTo>
                    <a:pt x="51873" y="77938"/>
                  </a:lnTo>
                  <a:lnTo>
                    <a:pt x="51809" y="77682"/>
                  </a:lnTo>
                  <a:lnTo>
                    <a:pt x="51682" y="77491"/>
                  </a:lnTo>
                  <a:lnTo>
                    <a:pt x="51490" y="77299"/>
                  </a:lnTo>
                  <a:lnTo>
                    <a:pt x="56728" y="68228"/>
                  </a:lnTo>
                  <a:lnTo>
                    <a:pt x="56728" y="68228"/>
                  </a:lnTo>
                  <a:lnTo>
                    <a:pt x="56984" y="68355"/>
                  </a:lnTo>
                  <a:lnTo>
                    <a:pt x="57303" y="68419"/>
                  </a:lnTo>
                  <a:lnTo>
                    <a:pt x="57303" y="68419"/>
                  </a:lnTo>
                  <a:lnTo>
                    <a:pt x="57495" y="68355"/>
                  </a:lnTo>
                  <a:lnTo>
                    <a:pt x="57687" y="68291"/>
                  </a:lnTo>
                  <a:lnTo>
                    <a:pt x="57878" y="68228"/>
                  </a:lnTo>
                  <a:lnTo>
                    <a:pt x="58070" y="68100"/>
                  </a:lnTo>
                  <a:lnTo>
                    <a:pt x="58198" y="67908"/>
                  </a:lnTo>
                  <a:lnTo>
                    <a:pt x="58262" y="67716"/>
                  </a:lnTo>
                  <a:lnTo>
                    <a:pt x="58325" y="67525"/>
                  </a:lnTo>
                  <a:lnTo>
                    <a:pt x="58389" y="67333"/>
                  </a:lnTo>
                  <a:lnTo>
                    <a:pt x="58389" y="67269"/>
                  </a:lnTo>
                  <a:lnTo>
                    <a:pt x="68802" y="67269"/>
                  </a:lnTo>
                  <a:lnTo>
                    <a:pt x="68802" y="67333"/>
                  </a:lnTo>
                  <a:lnTo>
                    <a:pt x="68802" y="67333"/>
                  </a:lnTo>
                  <a:lnTo>
                    <a:pt x="68802" y="67525"/>
                  </a:lnTo>
                  <a:lnTo>
                    <a:pt x="68866" y="67716"/>
                  </a:lnTo>
                  <a:lnTo>
                    <a:pt x="68994" y="67908"/>
                  </a:lnTo>
                  <a:lnTo>
                    <a:pt x="69122" y="68100"/>
                  </a:lnTo>
                  <a:lnTo>
                    <a:pt x="69313" y="68228"/>
                  </a:lnTo>
                  <a:lnTo>
                    <a:pt x="69441" y="68291"/>
                  </a:lnTo>
                  <a:lnTo>
                    <a:pt x="69697" y="68355"/>
                  </a:lnTo>
                  <a:lnTo>
                    <a:pt x="69888" y="68419"/>
                  </a:lnTo>
                  <a:lnTo>
                    <a:pt x="69888" y="68419"/>
                  </a:lnTo>
                  <a:lnTo>
                    <a:pt x="70208" y="68355"/>
                  </a:lnTo>
                  <a:lnTo>
                    <a:pt x="70463" y="68228"/>
                  </a:lnTo>
                  <a:lnTo>
                    <a:pt x="75638" y="77235"/>
                  </a:lnTo>
                  <a:lnTo>
                    <a:pt x="75638" y="77235"/>
                  </a:lnTo>
                  <a:lnTo>
                    <a:pt x="75318" y="77363"/>
                  </a:lnTo>
                  <a:lnTo>
                    <a:pt x="75127" y="77618"/>
                  </a:lnTo>
                  <a:lnTo>
                    <a:pt x="74999" y="77874"/>
                  </a:lnTo>
                  <a:lnTo>
                    <a:pt x="74935" y="78193"/>
                  </a:lnTo>
                  <a:lnTo>
                    <a:pt x="74935" y="78193"/>
                  </a:lnTo>
                  <a:lnTo>
                    <a:pt x="74999" y="78513"/>
                  </a:lnTo>
                  <a:lnTo>
                    <a:pt x="75127" y="78832"/>
                  </a:lnTo>
                  <a:lnTo>
                    <a:pt x="75318" y="79024"/>
                  </a:lnTo>
                  <a:lnTo>
                    <a:pt x="75574" y="79215"/>
                  </a:lnTo>
                  <a:lnTo>
                    <a:pt x="70399" y="88223"/>
                  </a:lnTo>
                  <a:lnTo>
                    <a:pt x="70399" y="88223"/>
                  </a:lnTo>
                  <a:lnTo>
                    <a:pt x="70144" y="88159"/>
                  </a:lnTo>
                  <a:lnTo>
                    <a:pt x="70144" y="88159"/>
                  </a:lnTo>
                  <a:lnTo>
                    <a:pt x="69888" y="88159"/>
                  </a:lnTo>
                  <a:lnTo>
                    <a:pt x="69697" y="88223"/>
                  </a:lnTo>
                  <a:lnTo>
                    <a:pt x="69505" y="88351"/>
                  </a:lnTo>
                  <a:lnTo>
                    <a:pt x="69377" y="88478"/>
                  </a:lnTo>
                  <a:lnTo>
                    <a:pt x="69186" y="88670"/>
                  </a:lnTo>
                  <a:lnTo>
                    <a:pt x="69122" y="88798"/>
                  </a:lnTo>
                  <a:lnTo>
                    <a:pt x="69058" y="89053"/>
                  </a:lnTo>
                  <a:lnTo>
                    <a:pt x="69058" y="89245"/>
                  </a:lnTo>
                  <a:lnTo>
                    <a:pt x="69058" y="89245"/>
                  </a:lnTo>
                  <a:lnTo>
                    <a:pt x="69058" y="89437"/>
                  </a:lnTo>
                  <a:lnTo>
                    <a:pt x="69122" y="89692"/>
                  </a:lnTo>
                  <a:lnTo>
                    <a:pt x="69186" y="89820"/>
                  </a:lnTo>
                  <a:lnTo>
                    <a:pt x="69377" y="90012"/>
                  </a:lnTo>
                  <a:lnTo>
                    <a:pt x="69505" y="90139"/>
                  </a:lnTo>
                  <a:lnTo>
                    <a:pt x="69697" y="90267"/>
                  </a:lnTo>
                  <a:lnTo>
                    <a:pt x="69888" y="90331"/>
                  </a:lnTo>
                  <a:lnTo>
                    <a:pt x="70144" y="90331"/>
                  </a:lnTo>
                  <a:lnTo>
                    <a:pt x="70144" y="90331"/>
                  </a:lnTo>
                  <a:lnTo>
                    <a:pt x="70336" y="90331"/>
                  </a:lnTo>
                  <a:lnTo>
                    <a:pt x="70527" y="90267"/>
                  </a:lnTo>
                  <a:lnTo>
                    <a:pt x="70719" y="90139"/>
                  </a:lnTo>
                  <a:lnTo>
                    <a:pt x="70847" y="90012"/>
                  </a:lnTo>
                  <a:lnTo>
                    <a:pt x="71038" y="89820"/>
                  </a:lnTo>
                  <a:lnTo>
                    <a:pt x="71102" y="89692"/>
                  </a:lnTo>
                  <a:lnTo>
                    <a:pt x="71166" y="89437"/>
                  </a:lnTo>
                  <a:lnTo>
                    <a:pt x="71166" y="89245"/>
                  </a:lnTo>
                  <a:lnTo>
                    <a:pt x="71166" y="89245"/>
                  </a:lnTo>
                  <a:lnTo>
                    <a:pt x="71166" y="88926"/>
                  </a:lnTo>
                  <a:lnTo>
                    <a:pt x="71038" y="88670"/>
                  </a:lnTo>
                  <a:lnTo>
                    <a:pt x="70847" y="88415"/>
                  </a:lnTo>
                  <a:lnTo>
                    <a:pt x="70591" y="88287"/>
                  </a:lnTo>
                  <a:lnTo>
                    <a:pt x="75766" y="79279"/>
                  </a:lnTo>
                  <a:lnTo>
                    <a:pt x="75766" y="79279"/>
                  </a:lnTo>
                  <a:lnTo>
                    <a:pt x="76021" y="79279"/>
                  </a:lnTo>
                  <a:lnTo>
                    <a:pt x="76021" y="79279"/>
                  </a:lnTo>
                  <a:lnTo>
                    <a:pt x="76277" y="79279"/>
                  </a:lnTo>
                  <a:lnTo>
                    <a:pt x="76468" y="79215"/>
                  </a:lnTo>
                  <a:lnTo>
                    <a:pt x="76660" y="79088"/>
                  </a:lnTo>
                  <a:lnTo>
                    <a:pt x="76788" y="78960"/>
                  </a:lnTo>
                  <a:lnTo>
                    <a:pt x="76915" y="78832"/>
                  </a:lnTo>
                  <a:lnTo>
                    <a:pt x="77043" y="78640"/>
                  </a:lnTo>
                  <a:lnTo>
                    <a:pt x="77107" y="78449"/>
                  </a:lnTo>
                  <a:lnTo>
                    <a:pt x="77107" y="78193"/>
                  </a:lnTo>
                  <a:lnTo>
                    <a:pt x="77107" y="78193"/>
                  </a:lnTo>
                  <a:lnTo>
                    <a:pt x="77107" y="78002"/>
                  </a:lnTo>
                  <a:lnTo>
                    <a:pt x="77043" y="77810"/>
                  </a:lnTo>
                  <a:lnTo>
                    <a:pt x="76915" y="77618"/>
                  </a:lnTo>
                  <a:lnTo>
                    <a:pt x="76788" y="77427"/>
                  </a:lnTo>
                  <a:lnTo>
                    <a:pt x="76660" y="77299"/>
                  </a:lnTo>
                  <a:lnTo>
                    <a:pt x="76468" y="77235"/>
                  </a:lnTo>
                  <a:lnTo>
                    <a:pt x="76277" y="77171"/>
                  </a:lnTo>
                  <a:lnTo>
                    <a:pt x="76021" y="77107"/>
                  </a:lnTo>
                  <a:lnTo>
                    <a:pt x="76021" y="77107"/>
                  </a:lnTo>
                  <a:lnTo>
                    <a:pt x="75829" y="77171"/>
                  </a:lnTo>
                  <a:lnTo>
                    <a:pt x="70591" y="68164"/>
                  </a:lnTo>
                  <a:lnTo>
                    <a:pt x="70591" y="68164"/>
                  </a:lnTo>
                  <a:lnTo>
                    <a:pt x="70783" y="67972"/>
                  </a:lnTo>
                  <a:lnTo>
                    <a:pt x="70847" y="67780"/>
                  </a:lnTo>
                  <a:lnTo>
                    <a:pt x="70974" y="67589"/>
                  </a:lnTo>
                  <a:lnTo>
                    <a:pt x="70974" y="67333"/>
                  </a:lnTo>
                  <a:lnTo>
                    <a:pt x="70974" y="67333"/>
                  </a:lnTo>
                  <a:lnTo>
                    <a:pt x="70910" y="67078"/>
                  </a:lnTo>
                  <a:lnTo>
                    <a:pt x="70847" y="66822"/>
                  </a:lnTo>
                  <a:lnTo>
                    <a:pt x="70719" y="66567"/>
                  </a:lnTo>
                  <a:lnTo>
                    <a:pt x="70463" y="66439"/>
                  </a:lnTo>
                  <a:lnTo>
                    <a:pt x="75829" y="57176"/>
                  </a:lnTo>
                  <a:lnTo>
                    <a:pt x="75829" y="57176"/>
                  </a:lnTo>
                  <a:lnTo>
                    <a:pt x="76085" y="57240"/>
                  </a:lnTo>
                  <a:lnTo>
                    <a:pt x="76277" y="57240"/>
                  </a:lnTo>
                  <a:lnTo>
                    <a:pt x="76277" y="57240"/>
                  </a:lnTo>
                  <a:lnTo>
                    <a:pt x="76468" y="57240"/>
                  </a:lnTo>
                  <a:lnTo>
                    <a:pt x="76660" y="57176"/>
                  </a:lnTo>
                  <a:lnTo>
                    <a:pt x="77043" y="56984"/>
                  </a:lnTo>
                  <a:lnTo>
                    <a:pt x="77235" y="56665"/>
                  </a:lnTo>
                  <a:lnTo>
                    <a:pt x="77363" y="56281"/>
                  </a:lnTo>
                  <a:lnTo>
                    <a:pt x="87967" y="56281"/>
                  </a:lnTo>
                  <a:lnTo>
                    <a:pt x="87967" y="56281"/>
                  </a:lnTo>
                  <a:lnTo>
                    <a:pt x="88031" y="56665"/>
                  </a:lnTo>
                  <a:lnTo>
                    <a:pt x="88287" y="56984"/>
                  </a:lnTo>
                  <a:lnTo>
                    <a:pt x="88606" y="57176"/>
                  </a:lnTo>
                  <a:lnTo>
                    <a:pt x="88798" y="57240"/>
                  </a:lnTo>
                  <a:lnTo>
                    <a:pt x="88989" y="57240"/>
                  </a:lnTo>
                  <a:lnTo>
                    <a:pt x="88989" y="57240"/>
                  </a:lnTo>
                  <a:lnTo>
                    <a:pt x="89245" y="57240"/>
                  </a:lnTo>
                  <a:lnTo>
                    <a:pt x="89437" y="57176"/>
                  </a:lnTo>
                  <a:lnTo>
                    <a:pt x="89628" y="57048"/>
                  </a:lnTo>
                  <a:lnTo>
                    <a:pt x="89756" y="56920"/>
                  </a:lnTo>
                  <a:lnTo>
                    <a:pt x="89884" y="56792"/>
                  </a:lnTo>
                  <a:lnTo>
                    <a:pt x="90012" y="56601"/>
                  </a:lnTo>
                  <a:lnTo>
                    <a:pt x="90075" y="56409"/>
                  </a:lnTo>
                  <a:lnTo>
                    <a:pt x="90075" y="56154"/>
                  </a:lnTo>
                  <a:lnTo>
                    <a:pt x="90075" y="56154"/>
                  </a:lnTo>
                  <a:lnTo>
                    <a:pt x="90075" y="55898"/>
                  </a:lnTo>
                  <a:lnTo>
                    <a:pt x="89948" y="55643"/>
                  </a:lnTo>
                  <a:lnTo>
                    <a:pt x="89820" y="55451"/>
                  </a:lnTo>
                  <a:lnTo>
                    <a:pt x="89628" y="55323"/>
                  </a:lnTo>
                  <a:lnTo>
                    <a:pt x="94931" y="46060"/>
                  </a:lnTo>
                  <a:lnTo>
                    <a:pt x="94931" y="46060"/>
                  </a:lnTo>
                  <a:lnTo>
                    <a:pt x="95250" y="46188"/>
                  </a:lnTo>
                  <a:lnTo>
                    <a:pt x="95569" y="46252"/>
                  </a:lnTo>
                  <a:lnTo>
                    <a:pt x="95569" y="46252"/>
                  </a:lnTo>
                  <a:lnTo>
                    <a:pt x="95761" y="46252"/>
                  </a:lnTo>
                  <a:lnTo>
                    <a:pt x="95953" y="46188"/>
                  </a:lnTo>
                  <a:lnTo>
                    <a:pt x="96272" y="45932"/>
                  </a:lnTo>
                  <a:lnTo>
                    <a:pt x="96528" y="45677"/>
                  </a:lnTo>
                  <a:lnTo>
                    <a:pt x="96592" y="45230"/>
                  </a:lnTo>
                  <a:lnTo>
                    <a:pt x="106941" y="45230"/>
                  </a:lnTo>
                  <a:lnTo>
                    <a:pt x="106941" y="45230"/>
                  </a:lnTo>
                  <a:lnTo>
                    <a:pt x="107068" y="45677"/>
                  </a:lnTo>
                  <a:lnTo>
                    <a:pt x="107260" y="45932"/>
                  </a:lnTo>
                  <a:lnTo>
                    <a:pt x="107579" y="46188"/>
                  </a:lnTo>
                  <a:lnTo>
                    <a:pt x="107771" y="46252"/>
                  </a:lnTo>
                  <a:lnTo>
                    <a:pt x="108027" y="46252"/>
                  </a:lnTo>
                  <a:lnTo>
                    <a:pt x="108027" y="46252"/>
                  </a:lnTo>
                  <a:lnTo>
                    <a:pt x="108218" y="46252"/>
                  </a:lnTo>
                  <a:lnTo>
                    <a:pt x="108410" y="46188"/>
                  </a:lnTo>
                  <a:lnTo>
                    <a:pt x="108602" y="46060"/>
                  </a:lnTo>
                  <a:lnTo>
                    <a:pt x="108793" y="45932"/>
                  </a:lnTo>
                  <a:lnTo>
                    <a:pt x="108921" y="45741"/>
                  </a:lnTo>
                  <a:lnTo>
                    <a:pt x="108985" y="45613"/>
                  </a:lnTo>
                  <a:lnTo>
                    <a:pt x="109049" y="45357"/>
                  </a:lnTo>
                  <a:lnTo>
                    <a:pt x="109113" y="45166"/>
                  </a:lnTo>
                  <a:lnTo>
                    <a:pt x="109113" y="45166"/>
                  </a:lnTo>
                  <a:lnTo>
                    <a:pt x="109049" y="44974"/>
                  </a:lnTo>
                  <a:lnTo>
                    <a:pt x="108985" y="44719"/>
                  </a:lnTo>
                  <a:lnTo>
                    <a:pt x="108921" y="44527"/>
                  </a:lnTo>
                  <a:lnTo>
                    <a:pt x="108793" y="44399"/>
                  </a:lnTo>
                  <a:lnTo>
                    <a:pt x="108602" y="44271"/>
                  </a:lnTo>
                  <a:lnTo>
                    <a:pt x="108410" y="44144"/>
                  </a:lnTo>
                  <a:lnTo>
                    <a:pt x="108218" y="44080"/>
                  </a:lnTo>
                  <a:lnTo>
                    <a:pt x="108027" y="44080"/>
                  </a:lnTo>
                  <a:lnTo>
                    <a:pt x="108027" y="44080"/>
                  </a:lnTo>
                  <a:lnTo>
                    <a:pt x="107771" y="44080"/>
                  </a:lnTo>
                  <a:lnTo>
                    <a:pt x="107579" y="44144"/>
                  </a:lnTo>
                  <a:lnTo>
                    <a:pt x="107260" y="44335"/>
                  </a:lnTo>
                  <a:lnTo>
                    <a:pt x="107068" y="44655"/>
                  </a:lnTo>
                  <a:lnTo>
                    <a:pt x="106941" y="45038"/>
                  </a:lnTo>
                  <a:lnTo>
                    <a:pt x="96592" y="45038"/>
                  </a:lnTo>
                  <a:lnTo>
                    <a:pt x="96592" y="45038"/>
                  </a:lnTo>
                  <a:lnTo>
                    <a:pt x="96528" y="44655"/>
                  </a:lnTo>
                  <a:lnTo>
                    <a:pt x="96272" y="44335"/>
                  </a:lnTo>
                  <a:lnTo>
                    <a:pt x="95953" y="44144"/>
                  </a:lnTo>
                  <a:lnTo>
                    <a:pt x="95761" y="44080"/>
                  </a:lnTo>
                  <a:lnTo>
                    <a:pt x="95569" y="44080"/>
                  </a:lnTo>
                  <a:lnTo>
                    <a:pt x="95569" y="44080"/>
                  </a:lnTo>
                  <a:lnTo>
                    <a:pt x="95250" y="44144"/>
                  </a:lnTo>
                  <a:lnTo>
                    <a:pt x="94931" y="44271"/>
                  </a:lnTo>
                  <a:lnTo>
                    <a:pt x="89628" y="35008"/>
                  </a:lnTo>
                  <a:lnTo>
                    <a:pt x="89628" y="35008"/>
                  </a:lnTo>
                  <a:lnTo>
                    <a:pt x="89820" y="34881"/>
                  </a:lnTo>
                  <a:lnTo>
                    <a:pt x="89948" y="34625"/>
                  </a:lnTo>
                  <a:lnTo>
                    <a:pt x="90075" y="34433"/>
                  </a:lnTo>
                  <a:lnTo>
                    <a:pt x="90075" y="34178"/>
                  </a:lnTo>
                  <a:lnTo>
                    <a:pt x="90075" y="34178"/>
                  </a:lnTo>
                  <a:lnTo>
                    <a:pt x="90075" y="33858"/>
                  </a:lnTo>
                  <a:lnTo>
                    <a:pt x="89948" y="33667"/>
                  </a:lnTo>
                  <a:lnTo>
                    <a:pt x="89820" y="33411"/>
                  </a:lnTo>
                  <a:lnTo>
                    <a:pt x="89628" y="33284"/>
                  </a:lnTo>
                  <a:lnTo>
                    <a:pt x="90395" y="31942"/>
                  </a:lnTo>
                  <a:lnTo>
                    <a:pt x="94931" y="24021"/>
                  </a:lnTo>
                  <a:lnTo>
                    <a:pt x="94931" y="24021"/>
                  </a:lnTo>
                  <a:lnTo>
                    <a:pt x="95250" y="24148"/>
                  </a:lnTo>
                  <a:lnTo>
                    <a:pt x="95569" y="24212"/>
                  </a:lnTo>
                  <a:lnTo>
                    <a:pt x="95569" y="24212"/>
                  </a:lnTo>
                  <a:lnTo>
                    <a:pt x="95761" y="24212"/>
                  </a:lnTo>
                  <a:lnTo>
                    <a:pt x="95953" y="24148"/>
                  </a:lnTo>
                  <a:lnTo>
                    <a:pt x="96272" y="23957"/>
                  </a:lnTo>
                  <a:lnTo>
                    <a:pt x="96528" y="23637"/>
                  </a:lnTo>
                  <a:lnTo>
                    <a:pt x="96592" y="23254"/>
                  </a:lnTo>
                  <a:lnTo>
                    <a:pt x="108027" y="23254"/>
                  </a:lnTo>
                  <a:lnTo>
                    <a:pt x="113840" y="33284"/>
                  </a:lnTo>
                  <a:lnTo>
                    <a:pt x="113840" y="33284"/>
                  </a:lnTo>
                  <a:lnTo>
                    <a:pt x="113648" y="33411"/>
                  </a:lnTo>
                  <a:lnTo>
                    <a:pt x="113521" y="33667"/>
                  </a:lnTo>
                  <a:lnTo>
                    <a:pt x="113393" y="33858"/>
                  </a:lnTo>
                  <a:lnTo>
                    <a:pt x="113393" y="34178"/>
                  </a:lnTo>
                  <a:lnTo>
                    <a:pt x="113393" y="34178"/>
                  </a:lnTo>
                  <a:lnTo>
                    <a:pt x="113393" y="34370"/>
                  </a:lnTo>
                  <a:lnTo>
                    <a:pt x="113457" y="34561"/>
                  </a:lnTo>
                  <a:lnTo>
                    <a:pt x="113585" y="34753"/>
                  </a:lnTo>
                  <a:lnTo>
                    <a:pt x="113712" y="34881"/>
                  </a:lnTo>
                  <a:lnTo>
                    <a:pt x="113840" y="35072"/>
                  </a:lnTo>
                  <a:lnTo>
                    <a:pt x="114032" y="35136"/>
                  </a:lnTo>
                  <a:lnTo>
                    <a:pt x="114223" y="35200"/>
                  </a:lnTo>
                  <a:lnTo>
                    <a:pt x="114479" y="35200"/>
                  </a:lnTo>
                  <a:lnTo>
                    <a:pt x="114479" y="35200"/>
                  </a:lnTo>
                  <a:lnTo>
                    <a:pt x="114671" y="35200"/>
                  </a:lnTo>
                  <a:lnTo>
                    <a:pt x="114862" y="35136"/>
                  </a:lnTo>
                  <a:lnTo>
                    <a:pt x="115054" y="35072"/>
                  </a:lnTo>
                  <a:lnTo>
                    <a:pt x="115245" y="34881"/>
                  </a:lnTo>
                  <a:lnTo>
                    <a:pt x="115373" y="34753"/>
                  </a:lnTo>
                  <a:lnTo>
                    <a:pt x="115437" y="34561"/>
                  </a:lnTo>
                  <a:lnTo>
                    <a:pt x="115501" y="34370"/>
                  </a:lnTo>
                  <a:lnTo>
                    <a:pt x="115501" y="34178"/>
                  </a:lnTo>
                  <a:lnTo>
                    <a:pt x="115501" y="34178"/>
                  </a:lnTo>
                  <a:lnTo>
                    <a:pt x="115501" y="33922"/>
                  </a:lnTo>
                  <a:lnTo>
                    <a:pt x="115437" y="33731"/>
                  </a:lnTo>
                  <a:lnTo>
                    <a:pt x="115373" y="33539"/>
                  </a:lnTo>
                  <a:lnTo>
                    <a:pt x="115245" y="33411"/>
                  </a:lnTo>
                  <a:lnTo>
                    <a:pt x="115054" y="33220"/>
                  </a:lnTo>
                  <a:lnTo>
                    <a:pt x="114862" y="33156"/>
                  </a:lnTo>
                  <a:lnTo>
                    <a:pt x="114671" y="33092"/>
                  </a:lnTo>
                  <a:lnTo>
                    <a:pt x="114479" y="33092"/>
                  </a:lnTo>
                  <a:lnTo>
                    <a:pt x="114479" y="33092"/>
                  </a:lnTo>
                  <a:lnTo>
                    <a:pt x="114223" y="33092"/>
                  </a:lnTo>
                  <a:lnTo>
                    <a:pt x="113968" y="33156"/>
                  </a:lnTo>
                  <a:lnTo>
                    <a:pt x="108154" y="23062"/>
                  </a:lnTo>
                  <a:lnTo>
                    <a:pt x="108154" y="23062"/>
                  </a:lnTo>
                  <a:lnTo>
                    <a:pt x="96592" y="23062"/>
                  </a:lnTo>
                  <a:lnTo>
                    <a:pt x="96592" y="23062"/>
                  </a:lnTo>
                  <a:lnTo>
                    <a:pt x="96528" y="22679"/>
                  </a:lnTo>
                  <a:lnTo>
                    <a:pt x="96272" y="22360"/>
                  </a:lnTo>
                  <a:lnTo>
                    <a:pt x="95953" y="22104"/>
                  </a:lnTo>
                  <a:lnTo>
                    <a:pt x="95761" y="22040"/>
                  </a:lnTo>
                  <a:lnTo>
                    <a:pt x="95569" y="22040"/>
                  </a:lnTo>
                  <a:lnTo>
                    <a:pt x="95569" y="22040"/>
                  </a:lnTo>
                  <a:lnTo>
                    <a:pt x="95250" y="22104"/>
                  </a:lnTo>
                  <a:lnTo>
                    <a:pt x="94931" y="22232"/>
                  </a:lnTo>
                  <a:lnTo>
                    <a:pt x="89628" y="12969"/>
                  </a:lnTo>
                  <a:lnTo>
                    <a:pt x="89628" y="12969"/>
                  </a:lnTo>
                  <a:lnTo>
                    <a:pt x="89820" y="12841"/>
                  </a:lnTo>
                  <a:lnTo>
                    <a:pt x="89948" y="12649"/>
                  </a:lnTo>
                  <a:lnTo>
                    <a:pt x="90075" y="12394"/>
                  </a:lnTo>
                  <a:lnTo>
                    <a:pt x="90075" y="12138"/>
                  </a:lnTo>
                  <a:lnTo>
                    <a:pt x="90075" y="12138"/>
                  </a:lnTo>
                  <a:lnTo>
                    <a:pt x="90075" y="11883"/>
                  </a:lnTo>
                  <a:lnTo>
                    <a:pt x="90012" y="11691"/>
                  </a:lnTo>
                  <a:lnTo>
                    <a:pt x="89884" y="11499"/>
                  </a:lnTo>
                  <a:lnTo>
                    <a:pt x="89756" y="11372"/>
                  </a:lnTo>
                  <a:lnTo>
                    <a:pt x="89628" y="11244"/>
                  </a:lnTo>
                  <a:lnTo>
                    <a:pt x="89437" y="11116"/>
                  </a:lnTo>
                  <a:lnTo>
                    <a:pt x="89245" y="11052"/>
                  </a:lnTo>
                  <a:lnTo>
                    <a:pt x="88989" y="11052"/>
                  </a:lnTo>
                  <a:lnTo>
                    <a:pt x="88989" y="11052"/>
                  </a:lnTo>
                  <a:lnTo>
                    <a:pt x="88798" y="11052"/>
                  </a:lnTo>
                  <a:lnTo>
                    <a:pt x="88606" y="11116"/>
                  </a:lnTo>
                  <a:lnTo>
                    <a:pt x="88287" y="11308"/>
                  </a:lnTo>
                  <a:lnTo>
                    <a:pt x="88031" y="11627"/>
                  </a:lnTo>
                  <a:lnTo>
                    <a:pt x="87967" y="12011"/>
                  </a:lnTo>
                  <a:lnTo>
                    <a:pt x="77363" y="12011"/>
                  </a:lnTo>
                  <a:lnTo>
                    <a:pt x="77363" y="12011"/>
                  </a:lnTo>
                  <a:lnTo>
                    <a:pt x="77235" y="11627"/>
                  </a:lnTo>
                  <a:lnTo>
                    <a:pt x="77043" y="11308"/>
                  </a:lnTo>
                  <a:lnTo>
                    <a:pt x="76660" y="11116"/>
                  </a:lnTo>
                  <a:lnTo>
                    <a:pt x="76468" y="11052"/>
                  </a:lnTo>
                  <a:lnTo>
                    <a:pt x="76277" y="11052"/>
                  </a:lnTo>
                  <a:lnTo>
                    <a:pt x="76277" y="11052"/>
                  </a:lnTo>
                  <a:lnTo>
                    <a:pt x="76085" y="11052"/>
                  </a:lnTo>
                  <a:lnTo>
                    <a:pt x="75829" y="11116"/>
                  </a:lnTo>
                  <a:lnTo>
                    <a:pt x="70527" y="1981"/>
                  </a:lnTo>
                  <a:lnTo>
                    <a:pt x="70527" y="1981"/>
                  </a:lnTo>
                  <a:lnTo>
                    <a:pt x="70719" y="1789"/>
                  </a:lnTo>
                  <a:lnTo>
                    <a:pt x="70910" y="1598"/>
                  </a:lnTo>
                  <a:lnTo>
                    <a:pt x="70974" y="1342"/>
                  </a:lnTo>
                  <a:lnTo>
                    <a:pt x="71038" y="1087"/>
                  </a:lnTo>
                  <a:lnTo>
                    <a:pt x="71038" y="1087"/>
                  </a:lnTo>
                  <a:lnTo>
                    <a:pt x="70974" y="895"/>
                  </a:lnTo>
                  <a:lnTo>
                    <a:pt x="70910" y="703"/>
                  </a:lnTo>
                  <a:lnTo>
                    <a:pt x="70847" y="512"/>
                  </a:lnTo>
                  <a:lnTo>
                    <a:pt x="70719" y="320"/>
                  </a:lnTo>
                  <a:lnTo>
                    <a:pt x="70527" y="192"/>
                  </a:lnTo>
                  <a:lnTo>
                    <a:pt x="70336" y="128"/>
                  </a:lnTo>
                  <a:lnTo>
                    <a:pt x="70144" y="64"/>
                  </a:lnTo>
                  <a:lnTo>
                    <a:pt x="69952" y="1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C77DDB48-E84B-834D-6E1A-6EA454ECED89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22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81A568C8-6DFB-0860-71A5-9C9EE5561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919" y="1548253"/>
            <a:ext cx="3193729" cy="1969466"/>
          </a:xfrm>
          <a:prstGeom prst="rect">
            <a:avLst/>
          </a:prstGeom>
        </p:spPr>
      </p:pic>
      <p:sp>
        <p:nvSpPr>
          <p:cNvPr id="6" name="Google Shape;2361;p39">
            <a:extLst>
              <a:ext uri="{FF2B5EF4-FFF2-40B4-BE49-F238E27FC236}">
                <a16:creationId xmlns:a16="http://schemas.microsoft.com/office/drawing/2014/main" id="{3CEA2673-40B1-01A2-808B-BD35483C9C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9606" y="2860691"/>
            <a:ext cx="5086588" cy="105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Testing Plan</a:t>
            </a:r>
            <a:endParaRPr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108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>
          <a:extLst>
            <a:ext uri="{FF2B5EF4-FFF2-40B4-BE49-F238E27FC236}">
              <a16:creationId xmlns:a16="http://schemas.microsoft.com/office/drawing/2014/main" id="{E372532B-601B-7F1E-6BCF-EDAE3A4E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60;p42">
            <a:extLst>
              <a:ext uri="{FF2B5EF4-FFF2-40B4-BE49-F238E27FC236}">
                <a16:creationId xmlns:a16="http://schemas.microsoft.com/office/drawing/2014/main" id="{1BEEDF13-9173-DF7E-78A2-6F0BF3D542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71145" y="61914"/>
            <a:ext cx="3608832" cy="4456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3200" b="1" dirty="0">
                <a:cs typeface="Arial"/>
              </a:rPr>
              <a:t>Testing Plan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F4FD9D1-6D4A-E6DC-B675-9F1FB4267741}"/>
              </a:ext>
            </a:extLst>
          </p:cNvPr>
          <p:cNvSpPr/>
          <p:nvPr/>
        </p:nvSpPr>
        <p:spPr>
          <a:xfrm>
            <a:off x="8597753" y="4778261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 dirty="0"/>
              <a:t>23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A4CAF98-4495-18A6-F77E-7EE32E2FF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27" y="564955"/>
            <a:ext cx="5133536" cy="451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44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5">
          <a:extLst>
            <a:ext uri="{FF2B5EF4-FFF2-40B4-BE49-F238E27FC236}">
              <a16:creationId xmlns:a16="http://schemas.microsoft.com/office/drawing/2014/main" id="{2D1B2191-E0DC-5FE9-54E2-F88A4A5A7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5">
            <a:extLst>
              <a:ext uri="{FF2B5EF4-FFF2-40B4-BE49-F238E27FC236}">
                <a16:creationId xmlns:a16="http://schemas.microsoft.com/office/drawing/2014/main" id="{FEC0D43F-311B-2888-852D-6023171C7EE7}"/>
              </a:ext>
            </a:extLst>
          </p:cNvPr>
          <p:cNvSpPr/>
          <p:nvPr/>
        </p:nvSpPr>
        <p:spPr>
          <a:xfrm rot="-5400000">
            <a:off x="9299439" y="1559119"/>
            <a:ext cx="121533" cy="105854"/>
          </a:xfrm>
          <a:custGeom>
            <a:avLst/>
            <a:gdLst/>
            <a:ahLst/>
            <a:cxnLst/>
            <a:rect l="l" t="t" r="r" b="b"/>
            <a:pathLst>
              <a:path w="7736" h="6738" extrusionOk="0">
                <a:moveTo>
                  <a:pt x="1937" y="1"/>
                </a:moveTo>
                <a:lnTo>
                  <a:pt x="0" y="3369"/>
                </a:lnTo>
                <a:lnTo>
                  <a:pt x="1937" y="6738"/>
                </a:lnTo>
                <a:lnTo>
                  <a:pt x="5804" y="6738"/>
                </a:lnTo>
                <a:lnTo>
                  <a:pt x="7736" y="3369"/>
                </a:lnTo>
                <a:lnTo>
                  <a:pt x="5804" y="1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" name="Google Shape;4673;p31">
            <a:extLst>
              <a:ext uri="{FF2B5EF4-FFF2-40B4-BE49-F238E27FC236}">
                <a16:creationId xmlns:a16="http://schemas.microsoft.com/office/drawing/2014/main" id="{428258BD-73F2-EBC4-450C-25BB84370490}"/>
              </a:ext>
            </a:extLst>
          </p:cNvPr>
          <p:cNvCxnSpPr/>
          <p:nvPr/>
        </p:nvCxnSpPr>
        <p:spPr>
          <a:xfrm>
            <a:off x="2513781" y="3100979"/>
            <a:ext cx="4320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2323;p62">
            <a:extLst>
              <a:ext uri="{FF2B5EF4-FFF2-40B4-BE49-F238E27FC236}">
                <a16:creationId xmlns:a16="http://schemas.microsoft.com/office/drawing/2014/main" id="{4C3F54FB-8973-8D85-E07D-9D27F555B8D9}"/>
              </a:ext>
            </a:extLst>
          </p:cNvPr>
          <p:cNvSpPr txBox="1">
            <a:spLocks/>
          </p:cNvSpPr>
          <p:nvPr/>
        </p:nvSpPr>
        <p:spPr>
          <a:xfrm>
            <a:off x="1932822" y="1438689"/>
            <a:ext cx="5877678" cy="1207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chivo SemiBold"/>
              <a:buNone/>
              <a:defRPr sz="48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chivo SemiBold"/>
              <a:buNone/>
              <a:defRPr sz="52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chivo SemiBold"/>
              <a:buNone/>
              <a:defRPr sz="52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chivo SemiBold"/>
              <a:buNone/>
              <a:defRPr sz="52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chivo SemiBold"/>
              <a:buNone/>
              <a:defRPr sz="52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chivo SemiBold"/>
              <a:buNone/>
              <a:defRPr sz="52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chivo SemiBold"/>
              <a:buNone/>
              <a:defRPr sz="52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chivo SemiBold"/>
              <a:buNone/>
              <a:defRPr sz="52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chivo SemiBold"/>
              <a:buNone/>
              <a:defRPr sz="5200" b="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9pPr>
          </a:lstStyle>
          <a:p>
            <a:r>
              <a:rPr lang="en-US" sz="6600" dirty="0"/>
              <a:t>Thanks!</a:t>
            </a:r>
          </a:p>
          <a:p>
            <a:r>
              <a:rPr lang="en-US" sz="3200" dirty="0"/>
              <a:t>Any Questions?</a:t>
            </a:r>
            <a:endParaRPr lang="he-IL" sz="3200" dirty="0"/>
          </a:p>
          <a:p>
            <a:endParaRPr lang="en-US" sz="6600" dirty="0"/>
          </a:p>
          <a:p>
            <a:endParaRPr lang="en-US" sz="6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FFEA23-442E-C73A-27F7-32C15244125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74074" y="1233402"/>
            <a:ext cx="1627990" cy="29415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68F2D5-0D5A-21F3-C58F-62BA81F47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379" y="3565235"/>
            <a:ext cx="990738" cy="609685"/>
          </a:xfrm>
          <a:prstGeom prst="rect">
            <a:avLst/>
          </a:prstGeom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984C2E6D-D9EA-0BD3-ED62-1C2131266A41}"/>
              </a:ext>
            </a:extLst>
          </p:cNvPr>
          <p:cNvSpPr/>
          <p:nvPr/>
        </p:nvSpPr>
        <p:spPr>
          <a:xfrm>
            <a:off x="8431413" y="4710635"/>
            <a:ext cx="502060" cy="303325"/>
          </a:xfrm>
          <a:prstGeom prst="flowChartConnector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r"/>
            <a:r>
              <a:rPr lang="he-IL" sz="1200"/>
              <a:t>24</a:t>
            </a:r>
            <a:endParaRPr lang="he-IL" sz="1200" dirty="0"/>
          </a:p>
        </p:txBody>
      </p:sp>
    </p:spTree>
    <p:extLst>
      <p:ext uri="{BB962C8B-B14F-4D97-AF65-F5344CB8AC3E}">
        <p14:creationId xmlns:p14="http://schemas.microsoft.com/office/powerpoint/2010/main" val="500216726"/>
      </p:ext>
    </p:extLst>
  </p:cSld>
  <p:clrMapOvr>
    <a:masterClrMapping/>
  </p:clrMapOvr>
</p:sld>
</file>

<file path=ppt/theme/theme1.xml><?xml version="1.0" encoding="utf-8"?>
<a:theme xmlns:a="http://schemas.openxmlformats.org/drawingml/2006/main" name="Scientific Research Thesis Defense by Slidesgo">
  <a:themeElements>
    <a:clrScheme name="Simple Light">
      <a:dk1>
        <a:srgbClr val="17235B"/>
      </a:dk1>
      <a:lt1>
        <a:srgbClr val="DCE5F5"/>
      </a:lt1>
      <a:dk2>
        <a:srgbClr val="FFFFFF"/>
      </a:dk2>
      <a:lt2>
        <a:srgbClr val="7F87AC"/>
      </a:lt2>
      <a:accent1>
        <a:srgbClr val="FCFCFC"/>
      </a:accent1>
      <a:accent2>
        <a:srgbClr val="FFFFFF"/>
      </a:accent2>
      <a:accent3>
        <a:srgbClr val="FCFCFC"/>
      </a:accent3>
      <a:accent4>
        <a:srgbClr val="FFFFFF"/>
      </a:accent4>
      <a:accent5>
        <a:srgbClr val="FFFFFF"/>
      </a:accent5>
      <a:accent6>
        <a:srgbClr val="FFFFFF"/>
      </a:accent6>
      <a:hlink>
        <a:srgbClr val="17235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etwork Connections Style Pitch Deck by Slidesgo">
  <a:themeElements>
    <a:clrScheme name="Simple Light">
      <a:dk1>
        <a:srgbClr val="363636"/>
      </a:dk1>
      <a:lt1>
        <a:srgbClr val="F3F3F2"/>
      </a:lt1>
      <a:dk2>
        <a:srgbClr val="C9DAF8"/>
      </a:dk2>
      <a:lt2>
        <a:srgbClr val="A2B5D6"/>
      </a:lt2>
      <a:accent1>
        <a:srgbClr val="AABBC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636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5a65d61-d7b8-421d-8c35-77932271ec4e}" enabled="1" method="Privileged" siteId="{d9d3d3ff-6c08-40ca-a4a9-aefb873ec0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8605</TotalTime>
  <Words>876</Words>
  <Application>Microsoft Office PowerPoint</Application>
  <PresentationFormat>‫הצגה על המסך (16:9)</PresentationFormat>
  <Paragraphs>160</Paragraphs>
  <Slides>24</Slides>
  <Notes>24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15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24</vt:i4>
      </vt:variant>
    </vt:vector>
  </HeadingPairs>
  <TitlesOfParts>
    <vt:vector size="41" baseType="lpstr">
      <vt:lpstr>Archivo ExtraBold</vt:lpstr>
      <vt:lpstr>Bebas Neue</vt:lpstr>
      <vt:lpstr>Archivo SemiBold</vt:lpstr>
      <vt:lpstr>Roboto Mono</vt:lpstr>
      <vt:lpstr>Archivo</vt:lpstr>
      <vt:lpstr>Roboto</vt:lpstr>
      <vt:lpstr>Wingdings</vt:lpstr>
      <vt:lpstr>Arimo</vt:lpstr>
      <vt:lpstr>Roboto Mono SemiBold</vt:lpstr>
      <vt:lpstr>Cambria Math</vt:lpstr>
      <vt:lpstr>Zen Antique</vt:lpstr>
      <vt:lpstr>Roboto Mono Medium</vt:lpstr>
      <vt:lpstr>Manrope Medium</vt:lpstr>
      <vt:lpstr>Arial</vt:lpstr>
      <vt:lpstr>Manrope</vt:lpstr>
      <vt:lpstr>Scientific Research Thesis Defense by Slidesgo</vt:lpstr>
      <vt:lpstr>Network Connections Style Pitch Deck by Slidesgo</vt:lpstr>
      <vt:lpstr>מצגת של PowerPoint‏</vt:lpstr>
      <vt:lpstr>Table of contents</vt:lpstr>
      <vt:lpstr>Problem Definition &amp; Challenges</vt:lpstr>
      <vt:lpstr>Problem Definition</vt:lpstr>
      <vt:lpstr>Key Challenges</vt:lpstr>
      <vt:lpstr>Project Goal</vt:lpstr>
      <vt:lpstr>Project Goal</vt:lpstr>
      <vt:lpstr>Workflow</vt:lpstr>
      <vt:lpstr>Workflow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  </vt:lpstr>
      <vt:lpstr>Alluvial Diagram Visualization   </vt:lpstr>
      <vt:lpstr>Insights and Applications</vt:lpstr>
      <vt:lpstr>Insights and Applications</vt:lpstr>
      <vt:lpstr>05</vt:lpstr>
      <vt:lpstr>Validation Framework &amp; Stability Criteria</vt:lpstr>
      <vt:lpstr>Validation Framework &amp; Stability Criteria</vt:lpstr>
      <vt:lpstr>06</vt:lpstr>
      <vt:lpstr>Testing Plan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יוסי שם טוב</dc:creator>
  <cp:lastModifiedBy>שקד טדסה</cp:lastModifiedBy>
  <cp:revision>16</cp:revision>
  <dcterms:modified xsi:type="dcterms:W3CDTF">2026-01-23T12:58:39Z</dcterms:modified>
</cp:coreProperties>
</file>